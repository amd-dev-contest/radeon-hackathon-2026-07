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9144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Supply Chain DocAgent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>
                <a:solidFill>
                  <a:srgbClr val="C8D3E6"/>
                </a:solidFill>
              </a:rPr>
              <a:t>供应链单据智能处理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0D9488"/>
                </a:solidFill>
              </a:rPr>
              <a:t>AMD AI DevMaster Hackathon 2026 | Track 2: Private AI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1F1F"/>
                </a:solidFill>
              </a:rPr>
              <a:t>供应链单据处理的挑战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463040"/>
            <a:ext cx="274320" cy="274320"/>
          </a:xfrm>
          <a:prstGeom prst="ellipse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371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效率低下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7373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6666"/>
                </a:solidFill>
              </a:rPr>
              <a:t>人工逐单核对，处理速度慢，难以应对大批量单据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651760"/>
            <a:ext cx="274320" cy="274320"/>
          </a:xfrm>
          <a:prstGeom prst="ellipse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560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易出错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926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6666"/>
                </a:solidFill>
              </a:rPr>
              <a:t>手动录入容易产生数据错误，导致库存差异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840479"/>
            <a:ext cx="274320" cy="274320"/>
          </a:xfrm>
          <a:prstGeom prst="ellipse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3749039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难追溯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114799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6666"/>
                </a:solidFill>
              </a:rPr>
              <a:t>纸质单据难以追踪，审计困难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5029200"/>
            <a:ext cx="274320" cy="274320"/>
          </a:xfrm>
          <a:prstGeom prst="ellipse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49377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成本高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53035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6666"/>
                </a:solidFill>
              </a:rPr>
              <a:t>大量人工投入，人力成本居高不下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1F1F"/>
                </a:solidFill>
              </a:rPr>
              <a:t>我们的解决方案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011680" cy="22860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多Agent协作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</a:rPr>
              <a:t>Classify Agent</a:t>
            </a:r>
            <a:br/>
            <a:r>
              <a:t>识别单据类型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371600"/>
            <a:ext cx="2011680" cy="2286000"/>
          </a:xfrm>
          <a:prstGeom prst="roundRect">
            <a:avLst/>
          </a:prstGeom>
          <a:solidFill>
            <a:srgbClr val="12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4640" y="16459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智能提取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3774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</a:rPr>
              <a:t>Extract Agent</a:t>
            </a:r>
            <a:br/>
            <a:r>
              <a:t>提取关键字段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371600"/>
            <a:ext cx="2011680" cy="22860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16459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三单校验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3774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</a:rPr>
              <a:t>Validate Agent</a:t>
            </a:r>
            <a:br/>
            <a:r>
              <a:t>交叉核对PO/送货单/发票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371600"/>
            <a:ext cx="2011680" cy="2286000"/>
          </a:xfrm>
          <a:prstGeom prst="round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16459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异常处理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3774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</a:rPr>
              <a:t>Exception Agent</a:t>
            </a:r>
            <a:br/>
            <a:r>
              <a:t>自动分类并推送审批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1371600"/>
            <a:ext cx="2011680" cy="2286000"/>
          </a:xfrm>
          <a:prstGeom prst="roundRect">
            <a:avLst/>
          </a:prstGeom>
          <a:solidFill>
            <a:srgbClr val="6D2E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16459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ERP录入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37744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</a:rPr>
              <a:t>Entry Agent</a:t>
            </a:r>
            <a:br/>
            <a:r>
              <a:t>校验通过后自动录入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14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666666"/>
                </a:solidFill>
              </a:rPr>
              <a:t>所有Agent在AMD Radeon GPU + ROCm上完全本地运行，确保数据隐私和处理性能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1F1F"/>
                </a:solidFill>
              </a:rPr>
              <a:t>技术架构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0058400" cy="822960"/>
          </a:xfrm>
          <a:prstGeom prst="rect">
            <a:avLst/>
          </a:prstGeom>
          <a:solidFill>
            <a:srgbClr val="E9D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输入层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188720"/>
            <a:ext cx="5943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拍照/扫描 | PDF/Excel | 邮件附件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103120"/>
            <a:ext cx="10058400" cy="8229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19456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Agent编排层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194560"/>
            <a:ext cx="5943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Classify | Extract | Validate | Entry | Exception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108960"/>
            <a:ext cx="10058400" cy="822960"/>
          </a:xfrm>
          <a:prstGeom prst="rect">
            <a:avLst/>
          </a:prstGeom>
          <a:solidFill>
            <a:srgbClr val="12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RAG引擎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200400"/>
            <a:ext cx="5943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单据模板知识库 + 历史异常案例库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114800"/>
            <a:ext cx="10058400" cy="82296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20624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LLM推理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4206240"/>
            <a:ext cx="5943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vLLM + ROCm | AMD Radeon GPU加速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120640"/>
            <a:ext cx="10058400" cy="82296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21208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输出层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212080"/>
            <a:ext cx="5943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/>
              <a:t>核对通过 → 自动入库 | 异常 → 推送审批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1F1F"/>
                </a:solidFill>
              </a:rPr>
              <a:t>AMD Radeon GPU + ROCm 优势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1887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完全开源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5544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6666"/>
                </a:solidFill>
              </a:rPr>
              <a:t>ROCm软件栈完全开源，无供应商锁定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945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本地部署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5603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6666"/>
                </a:solidFill>
              </a:rPr>
              <a:t>数据完全本地处理，保护企业隐私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2004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高性能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56616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6666"/>
                </a:solidFill>
              </a:rPr>
              <a:t>AMD GPU强大的并行计算能力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2062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低成本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5720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6666"/>
                </a:solidFill>
              </a:rPr>
              <a:t>相比NVIDIA方案更具成本效益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212080"/>
            <a:ext cx="731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/>
              <a:t>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2120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生态兼容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57784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6666"/>
                </a:solidFill>
              </a:rPr>
              <a:t>支持PyTorch、vLLM等主流框架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1F1F"/>
                </a:solidFill>
              </a:rPr>
              <a:t>核心能力（对应赛事评分）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657600" cy="7315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0" y="1188720"/>
            <a:ext cx="3657600" cy="7315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80560" y="1325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实现方式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188720"/>
            <a:ext cx="3657600" cy="73152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0" y="13258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评分项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3657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</a:rPr>
              <a:t>本地知识检索（RAG）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011680"/>
            <a:ext cx="3657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2148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</a:rPr>
              <a:t>单据模板库 + 历史案例检索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011680"/>
            <a:ext cx="3657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148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</a:rPr>
              <a:t>Agent功能完整性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34640"/>
            <a:ext cx="365760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71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</a:rPr>
              <a:t>工具调用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834640"/>
            <a:ext cx="365760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2971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</a:rPr>
              <a:t>ERP API、邮件发送、文件操作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60" y="2834640"/>
            <a:ext cx="365760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2971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</a:rPr>
              <a:t>工具调用与工作流编排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657600"/>
            <a:ext cx="3657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94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</a:rPr>
              <a:t>多步骤任务规划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3657600"/>
            <a:ext cx="3657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3794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</a:rPr>
              <a:t>识别→提取→校验→录入→异常处理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3657600"/>
            <a:ext cx="3657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3794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</a:rPr>
              <a:t>多步骤任务规划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480560"/>
            <a:ext cx="365760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617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</a:rPr>
              <a:t>本地多轮记忆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97680" y="4480560"/>
            <a:ext cx="365760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4617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</a:rPr>
              <a:t>对话历史 + 处理记录持久化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38160" y="4480560"/>
            <a:ext cx="3657600" cy="731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4617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</a:rPr>
              <a:t>本地多轮记忆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03520"/>
            <a:ext cx="3657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440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</a:rPr>
              <a:t>权限控制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5303520"/>
            <a:ext cx="3657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80560" y="5440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</a:rPr>
              <a:t>按角色分权（录入员/审批人/管理员）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38160" y="5303520"/>
            <a:ext cx="36576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54406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1F1F"/>
                </a:solidFill>
              </a:rPr>
              <a:t>隐私保护机制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1F1F"/>
                </a:solidFill>
              </a:rPr>
              <a:t>演示流程</a:t>
            </a:r>
          </a:p>
        </p:txBody>
      </p:sp>
      <p:sp>
        <p:nvSpPr>
          <p:cNvPr id="3" name="Oval 2"/>
          <p:cNvSpPr/>
          <p:nvPr/>
        </p:nvSpPr>
        <p:spPr>
          <a:xfrm>
            <a:off x="1280160" y="1371600"/>
            <a:ext cx="914400" cy="9144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4630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/>
              <a:t>系统启动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666666"/>
                </a:solidFill>
              </a:rPr>
              <a:t>启动Agent系统</a:t>
            </a:r>
            <a:br/>
            <a:r>
              <a:t>加载RAG知识库</a:t>
            </a:r>
          </a:p>
        </p:txBody>
      </p:sp>
      <p:sp>
        <p:nvSpPr>
          <p:cNvPr id="7" name="Oval 6"/>
          <p:cNvSpPr/>
          <p:nvPr/>
        </p:nvSpPr>
        <p:spPr>
          <a:xfrm>
            <a:off x="4206240" y="1371600"/>
            <a:ext cx="914400" cy="914400"/>
          </a:xfrm>
          <a:prstGeom prst="ellipse">
            <a:avLst/>
          </a:prstGeom>
          <a:solidFill>
            <a:srgbClr val="1245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14630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5603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/>
              <a:t>上传采购订单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32004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666666"/>
                </a:solidFill>
              </a:rPr>
              <a:t>自动识别PO类型</a:t>
            </a:r>
            <a:br/>
            <a:r>
              <a:t>提取物料/数量/价格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0" y="1371600"/>
            <a:ext cx="914400" cy="91440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4630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5603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/>
              <a:t>上传送货单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2004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666666"/>
                </a:solidFill>
              </a:rPr>
              <a:t>三单交叉校验</a:t>
            </a:r>
            <a:br/>
            <a:r>
              <a:t>检测数量/价格差异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0" y="1371600"/>
            <a:ext cx="914400" cy="914400"/>
          </a:xfrm>
          <a:prstGeom prst="ellipse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0" y="1463040"/>
            <a:ext cx="914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560320"/>
            <a:ext cx="2560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/>
              <a:t>上传发票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20040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666666"/>
                </a:solidFill>
              </a:rPr>
              <a:t>完成三单核对</a:t>
            </a:r>
            <a:br/>
            <a:r>
              <a:t>校验通过/异常处理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74320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0D9488"/>
                </a:solidFill>
              </a:rPr>
              <a:t>✓ Multi-Agent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29184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0D9488"/>
                </a:solidFill>
              </a:rPr>
              <a:t>✓ AMD GPU acceleration with ROCm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8404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0D9488"/>
                </a:solidFill>
              </a:rPr>
              <a:t>✓ Complete privacy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38912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0D9488"/>
                </a:solidFill>
              </a:rPr>
              <a:t>✓ Real-world business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4864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C8D3E6"/>
                </a:solidFill>
              </a:rPr>
              <a:t>Team: cyslmsolomon | GitHub: github.com/cyslmsolomon/Radeon-hackathon-2026-07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