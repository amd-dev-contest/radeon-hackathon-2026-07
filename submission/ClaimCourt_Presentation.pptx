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COUR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2 SUBMISSION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/ LOCAL / EVIDENCE-GROUNDED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ClaimCourt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C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Local AI Evidence Court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29718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fuzzy human recollections and disputed commitments into cited local evidence, contradiction timelines, and approval-gated briefs.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01000" y="1143000"/>
            <a:ext cx="3520440" cy="3063240"/>
          </a:xfrm>
          <a:prstGeom prst="roundRect">
            <a:avLst>
              <a:gd name="adj" fmla="val 1194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1143000"/>
            <a:ext cx="45720" cy="30632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1755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 FEI YU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27532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2026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99923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&amp; Local Deployment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Private AI 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6144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CLOSED MODEL APIs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6144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RADEON + ROCm + vLLM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REAL WORKSPACE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remember meaning, not filenames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ClaimCourt combines fuzzy private memory retrieval with an evidence-grounded decision workflow.</a:t>
            </a:r>
            <a:endParaRPr lang="en-US" sz="1500" dirty="0"/>
          </a:p>
        </p:txBody>
      </p:sp>
      <p:pic>
        <p:nvPicPr>
          <p:cNvPr id="10" name="Image 0" descr="C:\Users\Administrator\Desktop\AMD-HACKERSONG\claimcourt\submission\assets\claimcourt-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59152"/>
            <a:ext cx="7589520" cy="47457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58200" y="2359152"/>
            <a:ext cx="3108960" cy="1133856"/>
          </a:xfrm>
          <a:prstGeom prst="roundRect">
            <a:avLst>
              <a:gd name="adj" fmla="val 3226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8200" y="2359152"/>
            <a:ext cx="45720" cy="1133856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05088" y="25420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281160" y="2487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right private file from an incomplete recollection.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458200" y="3675888"/>
            <a:ext cx="3108960" cy="1133856"/>
          </a:xfrm>
          <a:prstGeom prst="roundRect">
            <a:avLst>
              <a:gd name="adj" fmla="val 3226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58200" y="3675888"/>
            <a:ext cx="45720" cy="113385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05088" y="385876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281160" y="380390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disputed claims with cited supporting and opposing evidence.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458200" y="4992624"/>
            <a:ext cx="3108960" cy="1133856"/>
          </a:xfrm>
          <a:prstGeom prst="roundRect">
            <a:avLst>
              <a:gd name="adj" fmla="val 3226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58200" y="4992624"/>
            <a:ext cx="45720" cy="113385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05088" y="517550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81160" y="5120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sensitive records without revealing the secret value.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INNOVATION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 INTENT COMPILER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send vague language directly to a vector store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human memory into explicit constraints, relations, exclusions, and clarification policy first.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3063240" cy="2331720"/>
          </a:xfrm>
          <a:prstGeom prst="roundRect">
            <a:avLst>
              <a:gd name="adj" fmla="val 1569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14600"/>
            <a:ext cx="45720" cy="23317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RECOLLECTION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163824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"Find the deck I wrote after the customer launch slipped - it mentioned Q4 risk."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3456432"/>
            <a:ext cx="4389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514600"/>
            <a:ext cx="3291840" cy="2331720"/>
          </a:xfrm>
          <a:prstGeom prst="roundRect">
            <a:avLst>
              <a:gd name="adj" fmla="val 1569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514600"/>
            <a:ext cx="45720" cy="2331720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INTENT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3136392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artifact: PPTX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topics: customer delay, delivery risk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Q4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relation: causal_after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single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clarify: false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3568" y="3456432"/>
            <a:ext cx="4389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13648" y="2514600"/>
            <a:ext cx="2944368" cy="2331720"/>
          </a:xfrm>
          <a:prstGeom prst="roundRect">
            <a:avLst>
              <a:gd name="adj" fmla="val 1569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13648" y="2514600"/>
            <a:ext cx="45720" cy="233172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DECISION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0" y="316382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version selected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grouped as alternate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/ slide evidence retained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confidence -&gt; clarify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276088"/>
            <a:ext cx="2487168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276088"/>
            <a:ext cx="45720" cy="1024128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422392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 / 320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95528" y="589788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live queries passed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73552" y="5276088"/>
            <a:ext cx="2487168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73552" y="5276088"/>
            <a:ext cx="45720" cy="102412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5422392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74720" y="589788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single-target Top-1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52744" y="5276088"/>
            <a:ext cx="2487168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52744" y="5276088"/>
            <a:ext cx="45720" cy="102412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5422392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153912" y="589788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clarification accuracy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31936" y="5276088"/>
            <a:ext cx="292608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31936" y="5276088"/>
            <a:ext cx="45720" cy="10241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33104" y="5422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833104" y="58978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wrong auto-selections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COURT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local model. Three constrained roles. One citation boundary.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is auditable orchestration, not performative multi-agent autonomy.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3310128" cy="1993392"/>
          </a:xfrm>
          <a:prstGeom prst="roundRect">
            <a:avLst>
              <a:gd name="adj" fmla="val 1835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42032"/>
            <a:ext cx="45720" cy="1993392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761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PROSECUTOR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50392" y="370332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supporting evidence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041648" y="3337560"/>
            <a:ext cx="25603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2542032"/>
            <a:ext cx="3310128" cy="1993392"/>
          </a:xfrm>
          <a:prstGeom prst="roundRect">
            <a:avLst>
              <a:gd name="adj" fmla="val 1835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2542032"/>
            <a:ext cx="45720" cy="199339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761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672584" y="370332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Counter-evidence, exceptions and contradictions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63840" y="3337560"/>
            <a:ext cx="25603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38744" y="2542032"/>
            <a:ext cx="3310128" cy="1993392"/>
          </a:xfrm>
          <a:prstGeom prst="roundRect">
            <a:avLst>
              <a:gd name="adj" fmla="val 1835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8744" y="2542032"/>
            <a:ext cx="45720" cy="199339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2761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94776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494776" y="370332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Schema-valid verdict using allowed citation IDs only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4919472"/>
            <a:ext cx="10954512" cy="1042416"/>
          </a:xfrm>
          <a:prstGeom prst="roundRect">
            <a:avLst>
              <a:gd name="adj" fmla="val 3509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919472"/>
            <a:ext cx="45720" cy="104241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138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OUTPUT CONTRACT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4681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 /  supported | contradicted | insufficient_evidence  /  confidence  /  citations  /  contradictions  /  timeline  /  missing evidence  /  next 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LOCAL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sensitive component stays inside the selected host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retrieved before inference, and every downstream action is permission- and citation-gated.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1627632" cy="2057400"/>
          </a:xfrm>
          <a:prstGeom prst="roundRect">
            <a:avLst>
              <a:gd name="adj" fmla="val 2247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743200"/>
            <a:ext cx="45720" cy="2057400"/>
          </a:xfrm>
          <a:prstGeom prst="rect">
            <a:avLst/>
          </a:prstGeom>
          <a:solidFill>
            <a:srgbClr val="93A4B8"/>
          </a:solidFill>
          <a:ln w="12700">
            <a:solidFill>
              <a:srgbClr val="93A4B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99923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6072" y="38404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/ DOCX / PPTX / EML / OCR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3584448"/>
            <a:ext cx="2103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2743200"/>
            <a:ext cx="1627632" cy="2057400"/>
          </a:xfrm>
          <a:prstGeom prst="roundRect">
            <a:avLst>
              <a:gd name="adj" fmla="val 2247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9152" y="2743200"/>
            <a:ext cx="45720" cy="20574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299923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23744" y="38404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 / SHA-256 / FTS5 / versions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3584448"/>
            <a:ext cx="2103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6824" y="2743200"/>
            <a:ext cx="1627632" cy="2057400"/>
          </a:xfrm>
          <a:prstGeom prst="roundRect">
            <a:avLst>
              <a:gd name="adj" fmla="val 2247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2743200"/>
            <a:ext cx="45720" cy="2057400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1416" y="299923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471416" y="38404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Qwen3-14B + ClaimCourt LoRA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71032" y="3584448"/>
            <a:ext cx="2103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2743200"/>
            <a:ext cx="1627632" cy="2057400"/>
          </a:xfrm>
          <a:prstGeom prst="roundRect">
            <a:avLst>
              <a:gd name="adj" fmla="val 2247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2743200"/>
            <a:ext cx="45720" cy="20574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99923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19088" y="38404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/ BGE / metadata / reranker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18704" y="3584448"/>
            <a:ext cx="2103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02168" y="2743200"/>
            <a:ext cx="1627632" cy="2057400"/>
          </a:xfrm>
          <a:prstGeom prst="roundRect">
            <a:avLst>
              <a:gd name="adj" fmla="val 2247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02168" y="2743200"/>
            <a:ext cx="45720" cy="20574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299923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66760" y="38404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prosecutor / defense / judge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66376" y="3584448"/>
            <a:ext cx="210312" cy="301752"/>
          </a:xfrm>
          <a:prstGeom prst="chevron">
            <a:avLst/>
          </a:prstGeom>
          <a:solidFill>
            <a:srgbClr val="344154"/>
          </a:solidFill>
          <a:ln w="12700">
            <a:solidFill>
              <a:srgbClr val="3441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0" y="2743200"/>
            <a:ext cx="1627632" cy="2057400"/>
          </a:xfrm>
          <a:prstGeom prst="roundRect">
            <a:avLst>
              <a:gd name="adj" fmla="val 2247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49840" y="2743200"/>
            <a:ext cx="45720" cy="20574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14432" y="299923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314432" y="38404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write only after consent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52852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LOOPBACK MODEL ENDPOINTS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5596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127.0.0.1:8000/v1  judge + LoRA router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96512" y="5596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127.0.0.1:8001/v1  BGE embeddings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59952" y="5596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external model calls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IS A CONTROL PLANE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ClaimCourt does not rely on a privacy promise alone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blocks unsafe endpoints, raw-secret disclosure, invented citations, silent fallback and unapproved writes.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5138928" cy="1051560"/>
          </a:xfrm>
          <a:prstGeom prst="roundRect">
            <a:avLst>
              <a:gd name="adj" fmla="val 3478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87168"/>
            <a:ext cx="45720" cy="1051560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ENDPOINT POLICY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9192" y="2633472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Loopback-only by default; private hosts require explicit owner allow-listing.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487168"/>
            <a:ext cx="5138928" cy="1051560"/>
          </a:xfrm>
          <a:prstGeom prst="roundRect">
            <a:avLst>
              <a:gd name="adj" fmla="val 3478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487168"/>
            <a:ext cx="45720" cy="1051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REDACTION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11312" y="2633472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credentials are removed before model, UI, history and export paths.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785616"/>
            <a:ext cx="5138928" cy="1051560"/>
          </a:xfrm>
          <a:prstGeom prst="roundRect">
            <a:avLst>
              <a:gd name="adj" fmla="val 3478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85616"/>
            <a:ext cx="45720" cy="105156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 ALLOW-LIST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79192" y="3931920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judge may cite only evidence IDs from the current retrieved packet.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785616"/>
            <a:ext cx="5138928" cy="1051560"/>
          </a:xfrm>
          <a:prstGeom prst="roundRect">
            <a:avLst>
              <a:gd name="adj" fmla="val 3478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785616"/>
            <a:ext cx="45720" cy="10515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CLOSED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11312" y="3931920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workspaces never receive a fabricated deterministic answer when vLLM fails.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084064"/>
            <a:ext cx="5138928" cy="1051560"/>
          </a:xfrm>
          <a:prstGeom prst="roundRect">
            <a:avLst>
              <a:gd name="adj" fmla="val 3478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84064"/>
            <a:ext cx="45720" cy="1051560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486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79192" y="5230368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local decision brief is written until the user approves the operation.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5084064"/>
            <a:ext cx="5138928" cy="1051560"/>
          </a:xfrm>
          <a:prstGeom prst="roundRect">
            <a:avLst>
              <a:gd name="adj" fmla="val 3478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5084064"/>
            <a:ext cx="45720" cy="105156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2486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LEDGER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11312" y="5230368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Source, evidence and report identities use SHA-256 for later verification.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AMD RADEON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RADEON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Qwen3-14B + LoRA + BGE + reranker on one W7900-class GPU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 local stack peaked at approximately 45.3 GB of 51.52 GB VRAM.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450592"/>
            <a:ext cx="265176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50592"/>
            <a:ext cx="45720" cy="102412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968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Qwen3-14B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5528" y="30723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BF16 judge and controlled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450592"/>
            <a:ext cx="265176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2450592"/>
            <a:ext cx="45720" cy="1024128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25968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gfx1100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30168" y="30723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PRO W7900 class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450592"/>
            <a:ext cx="265176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450592"/>
            <a:ext cx="45720" cy="102412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5968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45.3 GB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64808" y="30723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peak stack VRAM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98280" y="2450592"/>
            <a:ext cx="2450592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2450592"/>
            <a:ext cx="45720" cy="10241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2596896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8,192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99448" y="3072384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context tokens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858768"/>
            <a:ext cx="5248656" cy="1874520"/>
          </a:xfrm>
          <a:prstGeom prst="roundRect">
            <a:avLst>
              <a:gd name="adj" fmla="val 195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858768"/>
            <a:ext cx="45720" cy="1874520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FITS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507992"/>
            <a:ext cx="4434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shared judge service for all three roles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dedicated BGE pooling runner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Shortlist-only cross-encoder reranking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packet instead of full-workspace context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80760" y="3858768"/>
            <a:ext cx="5468112" cy="1874520"/>
          </a:xfrm>
          <a:prstGeom prst="roundRect">
            <a:avLst>
              <a:gd name="adj" fmla="val 195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858768"/>
            <a:ext cx="45720" cy="187452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LOCAL ENDPOINTS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4507992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 / Qwen3-14B + ClaimCourt LoRA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8001 / BGE-small pooling runner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8503 / local ClaimCourt API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8502 / private browser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LIVE, NO-FALLBACK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quality gate requires the complete local stack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component that fails or silently falls back causes the Radeon holdout to fail.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260604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87168"/>
            <a:ext cx="45720" cy="1024128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0.27 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5528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first-token latency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487168"/>
            <a:ext cx="260604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487168"/>
            <a:ext cx="45720" cy="102412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84448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tokens / second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487168"/>
            <a:ext cx="2606040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487168"/>
            <a:ext cx="45720" cy="102412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126.44 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73368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three-role latency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2487168"/>
            <a:ext cx="2587752" cy="1024128"/>
          </a:xfrm>
          <a:prstGeom prst="roundRect">
            <a:avLst>
              <a:gd name="adj" fmla="val 357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2487168"/>
            <a:ext cx="45720" cy="10241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288" y="263347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1,778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62288" y="310896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tokens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913632"/>
            <a:ext cx="10954512" cy="1691640"/>
          </a:xfrm>
          <a:prstGeom prst="roundRect">
            <a:avLst>
              <a:gd name="adj" fmla="val 2162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913632"/>
            <a:ext cx="45720" cy="1691640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611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 / 320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14400" y="4892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fuzzy-intent holdout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42611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88620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 / coverage / no-match / clarification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42611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543800" y="4892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wrong auto-selections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4343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464040" y="4892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+ BGE + reranker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FOUR-MINUTE JUDGE JOURNEY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dispute, the evidence, the permission gate and the GPU proof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the synthetic championship workspace during public recording.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89888" y="2596896"/>
            <a:ext cx="475488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2450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4505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promise vs signed contract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8094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89888" y="3108960"/>
            <a:ext cx="475488" cy="0"/>
          </a:xfrm>
          <a:prstGeom prst="line">
            <a:avLst/>
          </a:prstGeom>
          <a:noFill/>
          <a:ln w="25400">
            <a:solidFill>
              <a:srgbClr val="00E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9968" y="2962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RADEON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9626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rocminfo / vLLM / local endpoints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89888" y="3621024"/>
            <a:ext cx="475488" cy="0"/>
          </a:xfrm>
          <a:prstGeom prst="line">
            <a:avLst/>
          </a:prstGeom>
          <a:noFill/>
          <a:ln w="25400">
            <a:solidFill>
              <a:srgbClr val="00C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3474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3474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the vague claim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0050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89888" y="4133088"/>
            <a:ext cx="475488" cy="0"/>
          </a:xfrm>
          <a:prstGeom prst="line">
            <a:avLst/>
          </a:prstGeom>
          <a:noFill/>
          <a:ln w="25400">
            <a:solidFill>
              <a:srgbClr val="00E5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9968" y="3986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98678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signed, draft and contradictory records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5171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89888" y="4645152"/>
            <a:ext cx="475488" cy="0"/>
          </a:xfrm>
          <a:prstGeom prst="line">
            <a:avLst/>
          </a:prstGeom>
          <a:noFill/>
          <a:ln w="25400">
            <a:solidFill>
              <a:srgbClr val="FFB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4498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44988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Prosecute, defend and judge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89888" y="5157216"/>
            <a:ext cx="475488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9968" y="50109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46120" y="50109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Permission-gated local brief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554126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3:30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89888" y="5669280"/>
            <a:ext cx="475488" cy="0"/>
          </a:xfrm>
          <a:prstGeom prst="line">
            <a:avLst/>
          </a:prstGeom>
          <a:noFill/>
          <a:ln w="25400">
            <a:solidFill>
              <a:srgbClr val="00C2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9968" y="5522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46120" y="55229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Latency, throughput, VRAM and 320/320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909560" y="2468880"/>
            <a:ext cx="3639312" cy="3547872"/>
          </a:xfrm>
          <a:prstGeom prst="roundRect">
            <a:avLst>
              <a:gd name="adj" fmla="val 103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2468880"/>
            <a:ext cx="45720" cy="3547872"/>
          </a:xfrm>
          <a:prstGeom prst="rect">
            <a:avLst/>
          </a:prstGeom>
          <a:solidFill>
            <a:srgbClr val="00E5A8"/>
          </a:solidFill>
          <a:ln w="12700">
            <a:solidFill>
              <a:srgbClr val="00E5A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1312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RECORDING RULES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11312" y="3218688"/>
            <a:ext cx="27614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synthetic files only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the model once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local vLLM, never fallback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keys, tokens and shell history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expose a real workspace publicly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on the measured evidence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93776"/>
            <a:ext cx="11356848" cy="0"/>
          </a:xfrm>
          <a:prstGeom prst="line">
            <a:avLst/>
          </a:prstGeom>
          <a:noFill/>
          <a:ln w="12700">
            <a:solidFill>
              <a:srgbClr val="283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28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81160" y="128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0" y="128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CLAIMCOURT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evidence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confident answers.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3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ClaimCourt understands fuzzy human memory, retrieves the right private records, exposes contradictions, and asks permission before it acts.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732520" y="1325880"/>
            <a:ext cx="2788920" cy="3456432"/>
          </a:xfrm>
          <a:prstGeom prst="roundRect">
            <a:avLst>
              <a:gd name="adj" fmla="val 1311"/>
            </a:avLst>
          </a:prstGeom>
          <a:solidFill>
            <a:srgbClr val="131A24"/>
          </a:solidFill>
          <a:ln w="12700">
            <a:solidFill>
              <a:srgbClr val="2A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1325880"/>
            <a:ext cx="45720" cy="345643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1627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06840" y="2148840"/>
            <a:ext cx="2011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AUDITABLE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CITED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PRIVACY-GATED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RADEON-OPTIMIZED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ZI FEI YU  /  TRACK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Zi Fei 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ClaimCourt: A Private Local AI Evidence Court</dc:title>
  <dc:subject>AMD AI DevMaster Hackathon 2026 Track 2</dc:subject>
  <dc:creator>Zi Fei Yu</dc:creator>
  <cp:lastModifiedBy>Zi Fei Yu</cp:lastModifiedBy>
  <cp:revision>1</cp:revision>
  <dcterms:created xsi:type="dcterms:W3CDTF">2026-08-05T14:49:29Z</dcterms:created>
  <dcterms:modified xsi:type="dcterms:W3CDTF">2026-08-05T14:49:29Z</dcterms:modified>
</cp:coreProperties>
</file>