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286000"/>
            <a:ext cx="12191695" cy="237744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5200" b="1">
                <a:solidFill>
                  <a:srgbClr val="FFFFFF"/>
                </a:solidFill>
                <a:latin typeface="Calibri"/>
              </a:rPr>
              <a:t>Candy Sticker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429000"/>
            <a:ext cx="10698480" cy="8229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2200" b="0">
                <a:solidFill>
                  <a:srgbClr val="FFE3EE"/>
                </a:solidFill>
                <a:latin typeface="Calibri"/>
              </a:rPr>
              <a:t>Anime Sticker Generator on AMD Radeon GPU (ROCm)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937760"/>
            <a:ext cx="10698480" cy="10972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600" b="1">
                <a:solidFill>
                  <a:srgbClr val="17A2B8"/>
                </a:solidFill>
                <a:latin typeface="Calibri"/>
              </a:rPr>
              <a:t>Track 1 · Development of Multimodal Content Creation Tools</a:t>
            </a:r>
          </a:p>
          <a:p>
            <a:pPr algn="l">
              <a:spcAft>
                <a:spcPts val="8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Text / image → 8 consistent anime expressions → transparent, print-ready stickers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035040"/>
            <a:ext cx="10698480" cy="4572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BBBBCC"/>
                </a:solidFill>
                <a:latin typeface="Calibri"/>
              </a:rPr>
              <a:t>100% local inference on ROCm · no closed-source cloud 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What Candy Sticker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One idea → a complete, consistent sticker pack in seconds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32588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4537E"/>
                </a:solidFill>
                <a:latin typeface="Calibri"/>
              </a:rPr>
              <a:t>8 expressions, one family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happy / shy / angry / crying / wink / surprised / love / sleepy from a single seed pool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331720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28600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4537E"/>
                </a:solidFill>
                <a:latin typeface="Calibri"/>
              </a:rPr>
              <a:t>Transparent &amp; print-ready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offline flood-fill + Euclidean die-cut border; 2×4 sheet + ZIP (WeChat 500 / TG 512 / print)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39"/>
            <a:ext cx="384048" cy="38404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291839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24612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4537E"/>
                </a:solidFill>
                <a:latin typeface="Calibri"/>
              </a:rPr>
              <a:t>Multimodal loop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upload a reference → Qwen2.5-VL understands it → SDXL redraws the same character (image→text→image)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251959"/>
            <a:ext cx="384048" cy="38404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4251959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4206240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4537E"/>
                </a:solidFill>
                <a:latin typeface="Calibri"/>
              </a:rPr>
              <a:t>Signature style lock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optional self-trained SDXL LoRA (stkstyle) to keep a recognizable art style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5212079"/>
            <a:ext cx="384048" cy="38404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5212079"/>
            <a:ext cx="384048" cy="38404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5166359"/>
            <a:ext cx="5486400" cy="91440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D4537E"/>
                </a:solidFill>
                <a:latin typeface="Calibri"/>
              </a:rPr>
              <a:t>Runs on AMD Radeon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all core inference on ROCm — no CUDA, no cloud API, deployable offline</a:t>
            </a:r>
          </a:p>
        </p:txBody>
      </p:sp>
      <p:pic>
        <p:nvPicPr>
          <p:cNvPr id="21" name="Picture 20" descr="sticker_sheet_8exp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371600"/>
            <a:ext cx="9111401" cy="47548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Forward (text) and reverse (image) multimodal paths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1737360" cy="1097280"/>
          </a:xfrm>
          <a:prstGeom prst="rect">
            <a:avLst/>
          </a:prstGeom>
          <a:solidFill>
            <a:srgbClr val="EEE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63040"/>
            <a:ext cx="1737360" cy="10972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17A2B8"/>
                </a:solidFill>
                <a:latin typeface="Calibri"/>
              </a:rPr>
              <a:t>INPUT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Text prompt</a:t>
            </a:r>
          </a:p>
          <a:p>
            <a:pPr algn="ctr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Reference image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560320" y="1280160"/>
            <a:ext cx="7040880" cy="4206240"/>
          </a:xfrm>
          <a:prstGeom prst="rect">
            <a:avLst/>
          </a:prstGeom>
          <a:solidFill>
            <a:srgbClr val="E7F6F1"/>
          </a:solidFill>
          <a:ln w="19050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97480" y="1371600"/>
            <a:ext cx="6766560" cy="36576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0F6E56"/>
                </a:solidFill>
                <a:latin typeface="Calibri"/>
              </a:rPr>
              <a:t>AMD Radeon GPU · ROCm 7.2 · Navi 31 · 48 GB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874519"/>
            <a:ext cx="6675120" cy="713232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834640" y="1874519"/>
            <a:ext cx="6492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Qwen2.5-VL-3B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image → text (multimodal leg)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2743200"/>
            <a:ext cx="6675120" cy="713232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0" y="2743200"/>
            <a:ext cx="6492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SDXL Animagine XL 4.0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text → image (FP16, 28 steps)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611880"/>
            <a:ext cx="6675120" cy="713232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0" y="3611880"/>
            <a:ext cx="6492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Post-process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flood-fill + EDT die-cut border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4480560"/>
            <a:ext cx="6675120" cy="713232"/>
          </a:xfrm>
          <a:prstGeom prst="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0" y="4480560"/>
            <a:ext cx="6492240" cy="713232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Calibri"/>
              </a:rPr>
              <a:t>Sticker sheet 2×4 + ZIP</a:t>
            </a:r>
          </a:p>
          <a:p>
            <a:pPr algn="l">
              <a:spcAft>
                <a:spcPts val="600"/>
              </a:spcAft>
            </a:pPr>
            <a:r>
              <a:rPr sz="1100" b="0">
                <a:solidFill>
                  <a:srgbClr val="FFFFFF"/>
                </a:solidFill>
                <a:latin typeface="Calibri"/>
              </a:rPr>
              <a:t>transparent, platform specs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1737360"/>
            <a:ext cx="274320" cy="36576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17A2B8"/>
                </a:solidFill>
                <a:latin typeface="Calibri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784080" y="1463040"/>
            <a:ext cx="1920240" cy="3840480"/>
          </a:xfrm>
          <a:prstGeom prst="rect">
            <a:avLst/>
          </a:prstGeom>
          <a:solidFill>
            <a:srgbClr val="FDEC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1463040"/>
            <a:ext cx="1920240" cy="38404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D4537E"/>
                </a:solidFill>
                <a:latin typeface="Calibri"/>
              </a:rPr>
              <a:t>OUTPUT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8 transparent stickers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2×4 sheet PNG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ZIP export</a:t>
            </a:r>
          </a:p>
          <a:p>
            <a:pPr algn="ctr">
              <a:spcAft>
                <a:spcPts val="600"/>
              </a:spcAft>
            </a:pPr>
            <a:r>
              <a:rPr sz="1100" b="0">
                <a:solidFill>
                  <a:srgbClr val="333333"/>
                </a:solidFill>
                <a:latin typeface="Calibri"/>
              </a:rPr>
              <a:t>• WeChat/TG/print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937760"/>
            <a:ext cx="9144000" cy="640080"/>
          </a:xfrm>
          <a:prstGeom prst="rect">
            <a:avLst/>
          </a:prstGeom>
          <a:solidFill>
            <a:srgbClr val="FFF6DA"/>
          </a:solidFill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937760"/>
            <a:ext cx="8961120" cy="6400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8A6D00"/>
                </a:solidFill>
                <a:latin typeface="Calibri"/>
              </a:rPr>
              <a:t>Multimodal: image → Qwen-VL → text → SDXL → image  (≥2 modalities linked, closed loop)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Signature Art Style &amp; 8 Expressions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Candy-neon Q-version · 2-head tall · original, zero-training + self-trained LoRA</a:t>
            </a:r>
          </a:p>
        </p:txBody>
      </p:sp>
      <p:pic>
        <p:nvPicPr>
          <p:cNvPr id="6" name="Picture 5" descr="expr8_happy_20260728_stick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468880" cy="24688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640080" y="330098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30098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Happy</a:t>
            </a:r>
          </a:p>
        </p:txBody>
      </p:sp>
      <p:pic>
        <p:nvPicPr>
          <p:cNvPr id="9" name="Picture 8" descr="expr8_shy_20260728_stick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11880" y="1325880"/>
            <a:ext cx="2468880" cy="246888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611880" y="330098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30098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Shy</a:t>
            </a:r>
          </a:p>
        </p:txBody>
      </p:sp>
      <p:pic>
        <p:nvPicPr>
          <p:cNvPr id="12" name="Picture 11" descr="expr8_angry_20260728_stic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0" y="1325880"/>
            <a:ext cx="2468880" cy="246888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6583680" y="330098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30098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Angry</a:t>
            </a:r>
          </a:p>
        </p:txBody>
      </p:sp>
      <p:pic>
        <p:nvPicPr>
          <p:cNvPr id="15" name="Picture 14" descr="expr8_crying_20260728_stick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55480" y="1325880"/>
            <a:ext cx="2468880" cy="246888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9555480" y="330098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555480" y="330098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Crying</a:t>
            </a:r>
          </a:p>
        </p:txBody>
      </p:sp>
      <p:pic>
        <p:nvPicPr>
          <p:cNvPr id="18" name="Picture 17" descr="expr8_wink_20260728_stick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931920"/>
            <a:ext cx="2468880" cy="246888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40080" y="590702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90702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Wink</a:t>
            </a:r>
          </a:p>
        </p:txBody>
      </p:sp>
      <p:pic>
        <p:nvPicPr>
          <p:cNvPr id="21" name="Picture 20" descr="expr8_surprised_20260728_sti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1880" y="3931920"/>
            <a:ext cx="2468880" cy="2468880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611880" y="590702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11880" y="590702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Surprised</a:t>
            </a:r>
          </a:p>
        </p:txBody>
      </p:sp>
      <p:pic>
        <p:nvPicPr>
          <p:cNvPr id="24" name="Picture 23" descr="expr8_love_20260728_stick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0" y="3931920"/>
            <a:ext cx="2468880" cy="2468880"/>
          </a:xfrm>
          <a:prstGeom prst="rect">
            <a:avLst/>
          </a:prstGeom>
        </p:spPr>
      </p:pic>
      <p:sp>
        <p:nvSpPr>
          <p:cNvPr id="25" name="Rectangle 24"/>
          <p:cNvSpPr/>
          <p:nvPr/>
        </p:nvSpPr>
        <p:spPr>
          <a:xfrm>
            <a:off x="6583680" y="590702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590702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Love</a:t>
            </a:r>
          </a:p>
        </p:txBody>
      </p:sp>
      <p:pic>
        <p:nvPicPr>
          <p:cNvPr id="27" name="Picture 26" descr="expr8_pout_20260728_sticker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555480" y="3931920"/>
            <a:ext cx="2468880" cy="2468880"/>
          </a:xfrm>
          <a:prstGeom prst="rect">
            <a:avLst/>
          </a:prstGeom>
        </p:spPr>
      </p:pic>
      <p:sp>
        <p:nvSpPr>
          <p:cNvPr id="28" name="Rectangle 27"/>
          <p:cNvSpPr/>
          <p:nvPr/>
        </p:nvSpPr>
        <p:spPr>
          <a:xfrm>
            <a:off x="9555480" y="5907024"/>
            <a:ext cx="2468880" cy="310896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55480" y="5907024"/>
            <a:ext cx="2468880" cy="310896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Pout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Multimodal Linkage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A genuine image → text → image loop, not just text expansion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554480"/>
            <a:ext cx="3474720" cy="21945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554480"/>
            <a:ext cx="3474720" cy="2194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 · IMAGE IN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Upload a reference sketch or artwork</a:t>
            </a:r>
          </a:p>
        </p:txBody>
      </p:sp>
      <p:sp>
        <p:nvSpPr>
          <p:cNvPr id="8" name="Rectangle 7"/>
          <p:cNvSpPr/>
          <p:nvPr/>
        </p:nvSpPr>
        <p:spPr>
          <a:xfrm>
            <a:off x="4343400" y="1554480"/>
            <a:ext cx="3474720" cy="219456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43400" y="1554480"/>
            <a:ext cx="3474720" cy="2194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 · TEXT (Qwen-VL)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Qwen2.5-VL-3B describes character, palette, mood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6720" y="1554480"/>
            <a:ext cx="3474720" cy="2194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0" y="1554480"/>
            <a:ext cx="3474720" cy="219456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10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 · IMAGE OUT (SDXL)</a:t>
            </a:r>
          </a:p>
          <a:p>
            <a:pPr algn="ctr">
              <a:spcAft>
                <a:spcPts val="1000"/>
              </a:spcAft>
            </a:pPr>
            <a:r>
              <a:rPr sz="1400" b="0">
                <a:solidFill>
                  <a:srgbClr val="FFFFFF"/>
                </a:solidFill>
                <a:latin typeface="Calibri"/>
              </a:rPr>
              <a:t>SDXL generates the same-style sticker pack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468880"/>
            <a:ext cx="109728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2600" b="1">
                <a:solidFill>
                  <a:srgbClr val="AAAAAA"/>
                </a:solidFill>
                <a:latin typeface="Calibri"/>
              </a:rPr>
              <a:t>        ▶              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4114800"/>
            <a:ext cx="10881360" cy="1737360"/>
          </a:xfrm>
          <a:prstGeom prst="rect">
            <a:avLst/>
          </a:prstGeom>
          <a:solidFill>
            <a:srgbClr val="E7F6F1"/>
          </a:solidFill>
          <a:ln w="19050">
            <a:solidFill>
              <a:srgbClr val="17A2B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4206240"/>
            <a:ext cx="10515600" cy="1554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0F6E56"/>
                </a:solidFill>
                <a:latin typeface="Calibri"/>
              </a:rPr>
              <a:t>Why it matters for the contest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The judging requires ≥2 modalities linked. A pure text→image tool only touches one modality;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our image→text→image closed loop satisfies the multimodal requirement with real local ROCm inference.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Commercial Value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From a creator's idea to sellable, printable merch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1463040"/>
            <a:ext cx="5394960" cy="2194560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59" y="160020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Sticker / Emoji stores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Batch-produce WeChat / Telegram / Discord packs; direct ZIP export at platform specs (500×500 / 512×512).</a:t>
            </a:r>
          </a:p>
        </p:txBody>
      </p:sp>
      <p:sp>
        <p:nvSpPr>
          <p:cNvPr id="8" name="Rectangle 7"/>
          <p:cNvSpPr/>
          <p:nvPr/>
        </p:nvSpPr>
        <p:spPr>
          <a:xfrm>
            <a:off x="5183990272080" y="1463040"/>
            <a:ext cx="5394960" cy="2194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83990454960" y="160020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Print-on-Demand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Transparent + die-cut output ready for acrylic stands, badges, T-shirts.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2257545335040"/>
            <a:ext cx="5394960" cy="2194560"/>
          </a:xfrm>
          <a:prstGeom prst="rect">
            <a:avLst/>
          </a:prstGeom>
          <a:solidFill>
            <a:srgbClr val="F2B7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25754547220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Brand / IP mascots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Rapid, consistent expression sets; lock style with self-trained LoRA.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183990272080" y="2257545335040"/>
            <a:ext cx="5394960" cy="2194560"/>
          </a:xfrm>
          <a:prstGeom prst="rect">
            <a:avLst/>
          </a:prstGeom>
          <a:solidFill>
            <a:srgbClr val="6C5C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83990454960" y="2257545472200"/>
            <a:ext cx="5029200" cy="19202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Creator productivity</a:t>
            </a:r>
          </a:p>
          <a:p>
            <a:pPr algn="l">
              <a:spcAft>
                <a:spcPts val="800"/>
              </a:spcAft>
            </a:pPr>
            <a:r>
              <a:rPr sz="1300" b="0">
                <a:solidFill>
                  <a:srgbClr val="FFFFFF"/>
                </a:solidFill>
                <a:latin typeface="Calibri"/>
              </a:rPr>
              <a:t>10–50× faster than manual drawing; reproducible offline on commodity AMD HW.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AMD Radeon GPU + ROCm Adaptation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Every key inference step runs locally on Radeon — no CUDA, no cloud API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GPU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371600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AMD Radeon (Navi 31, gfx1100), 48 GB VRAM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7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Platform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029967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029967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ROCm 7.2 (runtime 7.2.26015), PyTorch 2.11.0+rocm7.2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5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88335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Image gen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688335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688335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SDXL Animagine XL 4.0 — ROCm PyTorch, FP16, ~7 GB VRAM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3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3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Vision LM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346703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346703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Qwen2.5-VL-3B — ROCm PyTorch, FP16, ~6 GB VRAM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1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05071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Offline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005071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4005071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HF_HUB_OFFLINE=1 → pure-local, air-gapped reproducible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39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39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Portable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663439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663439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env-var paths; runs on any ROCm 7.x Radeon (Navi 2x/3x)</a:t>
            </a:r>
          </a:p>
        </p:txBody>
      </p:sp>
      <p:pic>
        <p:nvPicPr>
          <p:cNvPr id="30" name="Picture 29" descr="fig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1040" y="1371600"/>
            <a:ext cx="3566160" cy="1642838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8321040" y="4846320"/>
            <a:ext cx="3566160" cy="1188720"/>
          </a:xfrm>
          <a:prstGeom prst="rect">
            <a:avLst/>
          </a:prstGeom>
          <a:solidFill>
            <a:srgbClr val="FDF6DA"/>
          </a:solidFill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12480" y="4846320"/>
            <a:ext cx="3383280" cy="11887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>
                <a:solidFill>
                  <a:srgbClr val="8A6D00"/>
                </a:solidFill>
                <a:latin typeface="Calibri"/>
              </a:rPr>
              <a:t>Perf (honest): ~9.5 s/img GPU-exclusive. ROCm ≈ 70–80% same-bandwidth CUDA; value = price/perf (AMD ~50–60% cheaper at same VRAM).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Self-trained Style LoRA - on AMD ROCm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The whole pipeline runs on Radeon, not just inference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What</a:t>
            </a:r>
          </a:p>
        </p:txBody>
      </p:sp>
      <p:sp>
        <p:nvSpPr>
          <p:cNvPr id="8" name="Rectangle 7"/>
          <p:cNvSpPr/>
          <p:nvPr/>
        </p:nvSpPr>
        <p:spPr>
          <a:xfrm>
            <a:off x="2468880" y="1371600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stkstyle LoRA locks the signature candy-neon Q-version art style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29967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029967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Base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68880" y="2029967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60320" y="2029967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Animagine XL 4.0 (SDXL); LoRA on UNet only, text encoders frozen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2688335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688335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Config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80" y="2688335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60320" y="2688335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r=32 / a=16, 2000 steps, lr 1e-4, 1024, bf16, caption dropout 0.15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46703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346703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Data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468880" y="3346703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60320" y="3346703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34 image-caption pairs (lora/training_data), trigger word stkstyle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05071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005071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ROCm train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68880" y="4005071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560320" y="4005071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same Radeon Navi 31 - 2000 steps in ~70 min (see lora/train.log)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663439"/>
            <a:ext cx="1920240" cy="566928"/>
          </a:xfrm>
          <a:prstGeom prst="rect">
            <a:avLst/>
          </a:prstGeom>
          <a:solidFill>
            <a:srgbClr val="17A2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4663439"/>
            <a:ext cx="192024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Calibri"/>
              </a:rPr>
              <a:t>Output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68880" y="4663439"/>
            <a:ext cx="5577840" cy="566928"/>
          </a:xfrm>
          <a:prstGeom prst="rect">
            <a:avLst/>
          </a:prstGeom>
          <a:solidFill>
            <a:srgbClr val="EEEE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560320" y="4663439"/>
            <a:ext cx="5394960" cy="566928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~178 MB Diffusers adapter, toggle in WebUI (weight 0.8)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1371600"/>
            <a:ext cx="3566160" cy="4023360"/>
          </a:xfrm>
          <a:prstGeom prst="rect">
            <a:avLst/>
          </a:prstGeom>
          <a:solidFill>
            <a:srgbClr val="FDF6DA"/>
          </a:solidFill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3920" y="1463040"/>
            <a:ext cx="3200400" cy="384048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8A6D00"/>
                </a:solidFill>
                <a:latin typeface="Calibri"/>
              </a:rPr>
              <a:t>Why it scores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A 2nd, independent proof that the AMD ROCm stack runs the FULL creative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pipeline - training + inference - not just inference on a prebuilt model.</a:t>
            </a:r>
          </a:p>
          <a:p>
            <a:pPr algn="l">
              <a:spcAft>
                <a:spcPts val="600"/>
              </a:spcAft>
            </a:pPr>
            <a:r>
              <a:rPr sz="1200" b="0">
                <a:solidFill>
                  <a:srgbClr val="333333"/>
                </a:solidFill>
                <a:latin typeface="Calibri"/>
              </a:rPr>
              <a:t>Reproducible on any ROCm 7.x Radeon (Navi 2x/3x).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libri"/>
              </a:rPr>
              <a:t>ROCm GPU Evidence — Three Local Workloads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FFE3EE"/>
                </a:solidFill>
                <a:latin typeface="Calibri"/>
              </a:rPr>
              <a:t>rocm-smi --showpower proves the Radeon GPU (not CPU) does the work</a:t>
            </a:r>
          </a:p>
        </p:txBody>
      </p:sp>
      <p:pic>
        <p:nvPicPr>
          <p:cNvPr id="6" name="Picture 5" descr="fig_sdxl_gp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3657600" cy="168496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457200" y="5257800"/>
            <a:ext cx="3657600" cy="86868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5257800"/>
            <a:ext cx="3474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SDXL generation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board power ~200–300 W · VRAM ~10 GB</a:t>
            </a:r>
          </a:p>
        </p:txBody>
      </p:sp>
      <p:pic>
        <p:nvPicPr>
          <p:cNvPr id="9" name="Picture 8" descr="fig_img2prompt_gp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463040"/>
            <a:ext cx="3657600" cy="168496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61688" y="5257800"/>
            <a:ext cx="3657600" cy="86868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53127" y="5257800"/>
            <a:ext cx="3474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Qwen-VL image→text (图生图)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board power ~150–200 W · VRAM ~8.4 GB</a:t>
            </a:r>
          </a:p>
        </p:txBody>
      </p:sp>
      <p:pic>
        <p:nvPicPr>
          <p:cNvPr id="12" name="Picture 11" descr="fig_lora_train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66175" y="1463040"/>
            <a:ext cx="3657600" cy="1684962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8266175" y="5257800"/>
            <a:ext cx="3657600" cy="868680"/>
          </a:xfrm>
          <a:prstGeom prst="rect">
            <a:avLst/>
          </a:prstGeom>
          <a:solidFill>
            <a:srgbClr val="D45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57615" y="5257800"/>
            <a:ext cx="3474720" cy="86868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100"/>
              </a:spcAft>
            </a:pPr>
            <a:r>
              <a:rPr sz="1200" b="1">
                <a:solidFill>
                  <a:srgbClr val="FFFFFF"/>
                </a:solidFill>
                <a:latin typeface="Calibri"/>
              </a:rPr>
              <a:t>LoRA training (train.log)</a:t>
            </a:r>
          </a:p>
          <a:p>
            <a:pPr algn="l">
              <a:spcAft>
                <a:spcPts val="100"/>
              </a:spcAft>
            </a:pPr>
            <a:r>
              <a:rPr sz="1000" b="0">
                <a:solidFill>
                  <a:srgbClr val="FFFFFF"/>
                </a:solidFill>
                <a:latin typeface="Calibri"/>
              </a:rPr>
              <a:t>loss 0.13→0.08 · s/it 34→3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6263640"/>
            <a:ext cx="11247120" cy="457200"/>
          </a:xfrm>
          <a:prstGeom prst="rect">
            <a:avLst/>
          </a:prstGeom>
          <a:solidFill>
            <a:srgbClr val="FDF6DA"/>
          </a:solidFill>
          <a:ln w="19050">
            <a:solidFill>
              <a:srgbClr val="F2B70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8A6D00"/>
                </a:solidFill>
                <a:latin typeface="Calibri"/>
              </a:rPr>
              <a:t>Note: rocm-smi --showuse / gpu_busy_percent read 0% on RDNA3 Navi 31, so board power draw (W) is the proof metric; device_info.txt confirms AMD Radeon / Navi 31 / 48 GB.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5760" y="6446520"/>
            <a:ext cx="822960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Candy Sticker · AMD AI DevMaster Hackathon · Track 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46520"/>
            <a:ext cx="822960" cy="3200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r">
              <a:spcAft>
                <a:spcPts val="600"/>
              </a:spcAft>
            </a:pPr>
            <a:r>
              <a:rPr sz="1000" b="0">
                <a:solidFill>
                  <a:srgbClr val="999999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3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B2B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731520"/>
            <a:ext cx="10698480" cy="91440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>
                <a:solidFill>
                  <a:srgbClr val="D4537E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537E"/>
                </a:solidFill>
                <a:latin typeface="Calibri"/>
              </a:rPr>
              <a:t>•  </a:t>
            </a:r>
            <a:r>
              <a:rPr sz="1800" b="0">
                <a:solidFill>
                  <a:srgbClr val="FFFFFF"/>
                </a:solidFill>
                <a:latin typeface="Calibri"/>
              </a:rPr>
              <a:t>Local multimodal sticker generator: text / image → 8 consistent anime expressions → transparent, print-ready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788920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537E"/>
                </a:solidFill>
                <a:latin typeface="Calibri"/>
              </a:rPr>
              <a:t>•  </a:t>
            </a:r>
            <a:r>
              <a:rPr sz="1800" b="0">
                <a:solidFill>
                  <a:srgbClr val="FFFFFF"/>
                </a:solidFill>
                <a:latin typeface="Calibri"/>
              </a:rPr>
              <a:t>Real image→text→image loop (Qwen-VL + SDXL) on AMD Radeon ROCm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657600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537E"/>
                </a:solidFill>
                <a:latin typeface="Calibri"/>
              </a:rPr>
              <a:t>•  </a:t>
            </a:r>
            <a:r>
              <a:rPr sz="1800" b="0">
                <a:solidFill>
                  <a:srgbClr val="FFFFFF"/>
                </a:solidFill>
                <a:latin typeface="Calibri"/>
              </a:rPr>
              <a:t>100% offline ROCm inference — compliant, deployable, no cloud API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26280"/>
            <a:ext cx="10515600" cy="731520"/>
          </a:xfrm>
          <a:prstGeom prst="rect">
            <a:avLst/>
          </a:prstGeom>
          <a:noFill/>
        </p:spPr>
        <p:txBody>
          <a:bodyPr wrap="square" anchor="ctr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D4537E"/>
                </a:solidFill>
                <a:latin typeface="Calibri"/>
              </a:rPr>
              <a:t>•  </a:t>
            </a:r>
            <a:r>
              <a:rPr sz="1800" b="0">
                <a:solidFill>
                  <a:srgbClr val="FFFFFF"/>
                </a:solidFill>
                <a:latin typeface="Calibri"/>
              </a:rPr>
              <a:t>Deliverables: WebUI + README + Project Profile PDF + this deck + ROCm power-draw evidence + PR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50800" rIns="50800" tIns="25400" bIns="2540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>
                <a:solidFill>
                  <a:srgbClr val="BBBBCC"/>
                </a:solidFill>
                <a:latin typeface="Calibri"/>
              </a:rPr>
              <a:t>License: MIT (code) · OpenRAIL++-M (Animagine) · Qwen license (VL) · original art style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