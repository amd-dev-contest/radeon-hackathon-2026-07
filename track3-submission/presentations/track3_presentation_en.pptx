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a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st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gp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cont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f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go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st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