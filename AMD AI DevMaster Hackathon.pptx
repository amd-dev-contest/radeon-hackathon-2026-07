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mailto:shengyaqingfeng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D3D9C-E073-4842-A007-586155F50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8862" y="1174557"/>
            <a:ext cx="7051263" cy="2421464"/>
          </a:xfrm>
        </p:spPr>
        <p:txBody>
          <a:bodyPr/>
          <a:lstStyle/>
          <a:p>
            <a:r>
              <a:rPr lang="en-US" altLang="zh-CN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ivypresto-headline"/>
              </a:rPr>
              <a:t>AMD AI </a:t>
            </a:r>
            <a:r>
              <a:rPr lang="en-US" altLang="zh-CN" b="1" i="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ivypresto-headline"/>
              </a:rPr>
              <a:t>DevMaster</a:t>
            </a:r>
            <a:r>
              <a:rPr lang="en-US" altLang="zh-CN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ivypresto-headline"/>
              </a:rPr>
              <a:t> Hackathon</a:t>
            </a:r>
            <a:endParaRPr lang="zh-CN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E6D50E-9077-488B-9834-43E141770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0" i="0" cap="none" dirty="0">
                <a:solidFill>
                  <a:srgbClr val="C5C2CF"/>
                </a:solidFill>
                <a:effectLst/>
                <a:latin typeface="-apple-system"/>
                <a:hlinkClick r:id="rId2"/>
              </a:rPr>
              <a:t>shengyaqingfeng@gmail.com</a:t>
            </a:r>
            <a:endParaRPr lang="en-US" altLang="zh-CN" b="0" i="0" cap="none" dirty="0">
              <a:solidFill>
                <a:srgbClr val="C5C2CF"/>
              </a:solidFill>
              <a:effectLst/>
              <a:latin typeface="-apple-system"/>
            </a:endParaRPr>
          </a:p>
          <a:p>
            <a:r>
              <a:rPr lang="en-US" altLang="zh-CN" cap="none" dirty="0">
                <a:solidFill>
                  <a:srgbClr val="C5C2CF"/>
                </a:solidFill>
                <a:latin typeface="-apple-system"/>
              </a:rPr>
              <a:t>AMD AI Developer Program  No.00000587</a:t>
            </a:r>
          </a:p>
          <a:p>
            <a:r>
              <a:rPr lang="en-US" altLang="zh-CN" cap="none" dirty="0"/>
              <a:t>https://github.com/creazyboyone</a:t>
            </a:r>
            <a:endParaRPr lang="zh-CN" altLang="en-US" cap="none" dirty="0"/>
          </a:p>
        </p:txBody>
      </p:sp>
      <p:pic>
        <p:nvPicPr>
          <p:cNvPr id="1028" name="Picture 4" descr="AMD AI DevMaster Hackathon 的封面图片">
            <a:extLst>
              <a:ext uri="{FF2B5EF4-FFF2-40B4-BE49-F238E27FC236}">
                <a16:creationId xmlns:a16="http://schemas.microsoft.com/office/drawing/2014/main" id="{C39A3A9C-4568-4F0A-A804-EBA720880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221" y="1908464"/>
            <a:ext cx="3492335" cy="349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75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4A8F0D1-F9F8-4890-88C6-796BBB473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202" y="436417"/>
            <a:ext cx="9331325" cy="956731"/>
          </a:xfrm>
        </p:spPr>
        <p:txBody>
          <a:bodyPr>
            <a:normAutofit/>
          </a:bodyPr>
          <a:lstStyle/>
          <a:p>
            <a:r>
              <a:rPr lang="en-US" altLang="zh-CN" b="0" i="0" cap="non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Mona Sans VF"/>
              </a:rPr>
              <a:t>Track 2, individually, </a:t>
            </a:r>
            <a:r>
              <a:rPr lang="en-US" altLang="zh-CN" b="0" i="0" cap="non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Mona Sans VF"/>
              </a:rPr>
              <a:t>HadoopAIOps</a:t>
            </a:r>
            <a:r>
              <a:rPr lang="en-US" altLang="zh-CN" cap="non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endParaRPr lang="zh-CN" altLang="en-US" cap="none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32972104-D65D-4612-9D1B-4E3C56B6D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1100" y="2996319"/>
            <a:ext cx="7197726" cy="1405467"/>
          </a:xfrm>
        </p:spPr>
        <p:txBody>
          <a:bodyPr/>
          <a:lstStyle/>
          <a:p>
            <a:pPr algn="l"/>
            <a:r>
              <a:rPr lang="en-US" altLang="zh-CN" cap="none" dirty="0"/>
              <a:t>An LLM-powered </a:t>
            </a:r>
            <a:r>
              <a:rPr lang="en-US" altLang="zh-CN" cap="none" dirty="0" err="1"/>
              <a:t>ReAct</a:t>
            </a:r>
            <a:r>
              <a:rPr lang="en-US" altLang="zh-CN" cap="none" dirty="0"/>
              <a:t> agent platform for autonomous big data cluster operations — automatically inspecting, diagnosing, and repairing Hadoop/HBase/Hive clusters with risk-tiered approvals, a self-learning knowledge base, and a web console.</a:t>
            </a:r>
            <a:endParaRPr lang="zh-CN" altLang="en-US" cap="none" dirty="0"/>
          </a:p>
        </p:txBody>
      </p:sp>
    </p:spTree>
    <p:extLst>
      <p:ext uri="{BB962C8B-B14F-4D97-AF65-F5344CB8AC3E}">
        <p14:creationId xmlns:p14="http://schemas.microsoft.com/office/powerpoint/2010/main" val="205612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4A8F0D1-F9F8-4890-88C6-796BBB473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202" y="436417"/>
            <a:ext cx="9331325" cy="956731"/>
          </a:xfrm>
        </p:spPr>
        <p:txBody>
          <a:bodyPr>
            <a:normAutofit/>
          </a:bodyPr>
          <a:lstStyle/>
          <a:p>
            <a:r>
              <a:rPr lang="en-US" altLang="zh-CN" b="0" i="0" cap="none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Mona Sans VF"/>
              </a:rPr>
              <a:t>Track 2, individually, </a:t>
            </a:r>
            <a:r>
              <a:rPr lang="en-US" altLang="zh-CN" b="0" i="0" cap="none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Mona Sans VF"/>
              </a:rPr>
              <a:t>HadoopAIOps</a:t>
            </a:r>
            <a:r>
              <a:rPr lang="en-US" altLang="zh-CN" cap="none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endParaRPr lang="zh-CN" altLang="en-US" cap="none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601BC0-0915-429B-A3B1-B61DBB6E3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49" y="1514465"/>
            <a:ext cx="5193987" cy="498684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7F1EBFA-EEDE-456A-8851-9619B25F5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61" y="1605116"/>
            <a:ext cx="1554595" cy="5731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368E7C8-6C48-4D4B-9DB9-8DEDD1751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855" y="2178239"/>
            <a:ext cx="1866405" cy="672562"/>
          </a:xfrm>
          <a:prstGeom prst="rect">
            <a:avLst/>
          </a:prstGeom>
        </p:spPr>
      </p:pic>
      <p:sp>
        <p:nvSpPr>
          <p:cNvPr id="21" name="标题 4">
            <a:extLst>
              <a:ext uri="{FF2B5EF4-FFF2-40B4-BE49-F238E27FC236}">
                <a16:creationId xmlns:a16="http://schemas.microsoft.com/office/drawing/2014/main" id="{5BB97CF1-F27A-46A0-B297-A3D3E6EB532C}"/>
              </a:ext>
            </a:extLst>
          </p:cNvPr>
          <p:cNvSpPr txBox="1">
            <a:spLocks/>
          </p:cNvSpPr>
          <p:nvPr/>
        </p:nvSpPr>
        <p:spPr>
          <a:xfrm>
            <a:off x="7295855" y="2751362"/>
            <a:ext cx="2867891" cy="112178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zh-CN" sz="2000" b="1" cap="none" dirty="0">
                <a:solidFill>
                  <a:srgbClr val="80BBFF"/>
                </a:solidFill>
                <a:effectLst/>
                <a:latin typeface="Consolas" panose="020B0609020204030204" pitchFamily="49" charset="0"/>
              </a:rPr>
              <a:t>Autonomous Hadoop Cluster Operations on AMD Radeon GPU</a:t>
            </a:r>
            <a:endParaRPr lang="en-US" altLang="zh-CN" sz="2000" b="0" cap="none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6A86C28-0682-462B-B712-0A2A00EAA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048" y="3946467"/>
            <a:ext cx="1587860" cy="4998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468B5B0-3929-4D3D-A4EF-55A9DE198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908" y="3946467"/>
            <a:ext cx="1798473" cy="47372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8B1E67D-3145-496C-9FEE-EC9836DCF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048" y="4621567"/>
            <a:ext cx="731817" cy="73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pache hadoop 标志图标">
            <a:extLst>
              <a:ext uri="{FF2B5EF4-FFF2-40B4-BE49-F238E27FC236}">
                <a16:creationId xmlns:a16="http://schemas.microsoft.com/office/drawing/2014/main" id="{609FB7AD-7519-4CAE-A0FA-76B69534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036" y="5353384"/>
            <a:ext cx="1409205" cy="70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pache 蜂巢 标志图标">
            <a:extLst>
              <a:ext uri="{FF2B5EF4-FFF2-40B4-BE49-F238E27FC236}">
                <a16:creationId xmlns:a16="http://schemas.microsoft.com/office/drawing/2014/main" id="{2ABA418F-0622-4591-A554-4845DFF08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05" y="5430282"/>
            <a:ext cx="550805" cy="55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pache 动物园管理员 标志图标">
            <a:extLst>
              <a:ext uri="{FF2B5EF4-FFF2-40B4-BE49-F238E27FC236}">
                <a16:creationId xmlns:a16="http://schemas.microsoft.com/office/drawing/2014/main" id="{2BE7D66D-CBFE-4D65-A40F-A72196759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176" y="5353384"/>
            <a:ext cx="1486990" cy="74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2706CCB-B6EC-4CE5-94C2-0D88EEC79E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3556" y="6052254"/>
            <a:ext cx="1254686" cy="37215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E594DF8-97FB-44FA-8308-B0DA6A1AD2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8241" y="6052254"/>
            <a:ext cx="1486990" cy="376453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818C5C9-F7A5-4475-BDAE-5B33CB285B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0589" y="6049431"/>
            <a:ext cx="1067266" cy="37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962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体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{4269C8FC-C553-44A4-87B8-97FA0EF0B13E}TFb5ae2469-0bae-4978-b0e0-39dd046150ff29ef691b-f17e86ace951</Template>
  <TotalTime>117</TotalTime>
  <Words>82</Words>
  <Application>Microsoft Office PowerPoint</Application>
  <PresentationFormat>宽屏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-apple-system</vt:lpstr>
      <vt:lpstr>ivypresto-headline</vt:lpstr>
      <vt:lpstr>Mona Sans VF</vt:lpstr>
      <vt:lpstr>Arial</vt:lpstr>
      <vt:lpstr>Calibri</vt:lpstr>
      <vt:lpstr>Calibri Light</vt:lpstr>
      <vt:lpstr>Consolas</vt:lpstr>
      <vt:lpstr>天体</vt:lpstr>
      <vt:lpstr>AMD AI DevMaster Hackathon</vt:lpstr>
      <vt:lpstr>Track 2, individually, HadoopAIOps </vt:lpstr>
      <vt:lpstr>Track 2, individually, HadoopAIOps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 AI DevMaster Hackathon</dc:title>
  <dc:creator>Feng s</dc:creator>
  <cp:lastModifiedBy>Feng s</cp:lastModifiedBy>
  <cp:revision>5</cp:revision>
  <dcterms:created xsi:type="dcterms:W3CDTF">2026-08-05T09:51:22Z</dcterms:created>
  <dcterms:modified xsi:type="dcterms:W3CDTF">2026-08-05T11:48:54Z</dcterms:modified>
</cp:coreProperties>
</file>