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 Bold" charset="1" panose="020B0800040000020004"/>
      <p:regular r:id="rId16"/>
    </p:embeddedFont>
    <p:embeddedFont>
      <p:font typeface="Helvetica World" charset="1" panose="020B0500040000020004"/>
      <p:regular r:id="rId17"/>
    </p:embeddedFont>
    <p:embeddedFont>
      <p:font typeface="Open Sauce Bold Italics" charset="1" panose="00000800000000000000"/>
      <p:regular r:id="rId18"/>
    </p:embeddedFont>
    <p:embeddedFont>
      <p:font typeface="Canva Sans Bold Italics" charset="1" panose="020B0803030501040103"/>
      <p:regular r:id="rId19"/>
    </p:embeddedFont>
    <p:embeddedFont>
      <p:font typeface="Open Sauce Bold" charset="1" panose="00000800000000000000"/>
      <p:regular r:id="rId20"/>
    </p:embeddedFont>
    <p:embeddedFont>
      <p:font typeface="DM Sans Bold Italics" charset="1" panose="00000000000000000000"/>
      <p:regular r:id="rId21"/>
    </p:embeddedFont>
    <p:embeddedFont>
      <p:font typeface="DM Sans Bold" charset="1" panose="00000000000000000000"/>
      <p:regular r:id="rId22"/>
    </p:embeddedFont>
    <p:embeddedFont>
      <p:font typeface="Inter" charset="1" panose="020B050203000000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33505" y="359911"/>
            <a:ext cx="9203100" cy="7477519"/>
          </a:xfrm>
          <a:custGeom>
            <a:avLst/>
            <a:gdLst/>
            <a:ahLst/>
            <a:cxnLst/>
            <a:rect r="r" b="b" t="t" l="l"/>
            <a:pathLst>
              <a:path h="7477519" w="9203100">
                <a:moveTo>
                  <a:pt x="0" y="0"/>
                </a:moveTo>
                <a:lnTo>
                  <a:pt x="9203100" y="0"/>
                </a:lnTo>
                <a:lnTo>
                  <a:pt x="9203100" y="7477519"/>
                </a:lnTo>
                <a:lnTo>
                  <a:pt x="0" y="747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699989">
            <a:off x="7787442" y="4192436"/>
            <a:ext cx="16294486" cy="7984298"/>
          </a:xfrm>
          <a:custGeom>
            <a:avLst/>
            <a:gdLst/>
            <a:ahLst/>
            <a:cxnLst/>
            <a:rect r="r" b="b" t="t" l="l"/>
            <a:pathLst>
              <a:path h="7984298" w="16294486">
                <a:moveTo>
                  <a:pt x="0" y="0"/>
                </a:moveTo>
                <a:lnTo>
                  <a:pt x="16294487" y="0"/>
                </a:lnTo>
                <a:lnTo>
                  <a:pt x="16294487" y="7984298"/>
                </a:lnTo>
                <a:lnTo>
                  <a:pt x="0" y="7984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113877">
            <a:off x="-2647359" y="-2557453"/>
            <a:ext cx="7896459" cy="8482830"/>
          </a:xfrm>
          <a:custGeom>
            <a:avLst/>
            <a:gdLst/>
            <a:ahLst/>
            <a:cxnLst/>
            <a:rect r="r" b="b" t="t" l="l"/>
            <a:pathLst>
              <a:path h="8482830" w="7896459">
                <a:moveTo>
                  <a:pt x="0" y="0"/>
                </a:moveTo>
                <a:lnTo>
                  <a:pt x="7896459" y="0"/>
                </a:lnTo>
                <a:lnTo>
                  <a:pt x="7896459" y="8482830"/>
                </a:lnTo>
                <a:lnTo>
                  <a:pt x="0" y="8482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284518"/>
            <a:ext cx="13932980" cy="335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90"/>
              </a:lnSpc>
              <a:spcBef>
                <a:spcPct val="0"/>
              </a:spcBef>
            </a:pPr>
            <a:r>
              <a:rPr lang="en-US" b="true" sz="18136" spc="-943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InterviewIQ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5163" y="6902553"/>
            <a:ext cx="10809410" cy="93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1"/>
              </a:lnSpc>
            </a:pPr>
            <a:r>
              <a:rPr lang="en-US" sz="3631" spc="-188">
                <a:solidFill>
                  <a:srgbClr val="2222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AI-Powered Mock Interview &amp; DevOps Practice Platform</a:t>
            </a:r>
          </a:p>
          <a:p>
            <a:pPr algn="l" marL="0" indent="0" lvl="0">
              <a:lnSpc>
                <a:spcPts val="3631"/>
              </a:lnSpc>
            </a:pPr>
            <a:r>
              <a:rPr lang="en-US" sz="3631" spc="-188">
                <a:solidFill>
                  <a:srgbClr val="2222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Practice Like a Real Interview, Perform Like a Professional.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29436" y="8544806"/>
            <a:ext cx="3450154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01"/>
              </a:lnSpc>
            </a:pPr>
            <a:r>
              <a:rPr lang="en-US" b="true" sz="2699" i="true" spc="-151">
                <a:solidFill>
                  <a:srgbClr val="42424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09978" y="8989485"/>
            <a:ext cx="3450154" cy="50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31"/>
              </a:lnSpc>
            </a:pPr>
            <a:r>
              <a:rPr lang="en-US" b="true" sz="3199" i="true" spc="-179">
                <a:solidFill>
                  <a:srgbClr val="42424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VISION  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0184" y="283711"/>
            <a:ext cx="14807631" cy="66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AI Voice + Eye Contact + Coding + Linux + Resume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8352473" y="4652140"/>
            <a:ext cx="12899683" cy="8326159"/>
          </a:xfrm>
          <a:custGeom>
            <a:avLst/>
            <a:gdLst/>
            <a:ahLst/>
            <a:cxnLst/>
            <a:rect r="r" b="b" t="t" l="l"/>
            <a:pathLst>
              <a:path h="8326159" w="12899683">
                <a:moveTo>
                  <a:pt x="0" y="0"/>
                </a:moveTo>
                <a:lnTo>
                  <a:pt x="12899683" y="0"/>
                </a:lnTo>
                <a:lnTo>
                  <a:pt x="12899683" y="8326159"/>
                </a:lnTo>
                <a:lnTo>
                  <a:pt x="0" y="832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4113877">
            <a:off x="-1571649" y="-2208254"/>
            <a:ext cx="7690935" cy="8229600"/>
          </a:xfrm>
          <a:custGeom>
            <a:avLst/>
            <a:gdLst/>
            <a:ahLst/>
            <a:cxnLst/>
            <a:rect r="r" b="b" t="t" l="l"/>
            <a:pathLst>
              <a:path h="8229600" w="7690935">
                <a:moveTo>
                  <a:pt x="7690936" y="0"/>
                </a:moveTo>
                <a:lnTo>
                  <a:pt x="0" y="0"/>
                </a:lnTo>
                <a:lnTo>
                  <a:pt x="0" y="8229600"/>
                </a:lnTo>
                <a:lnTo>
                  <a:pt x="7690936" y="8229600"/>
                </a:lnTo>
                <a:lnTo>
                  <a:pt x="7690936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45163" y="4212135"/>
            <a:ext cx="4918564" cy="5046165"/>
            <a:chOff x="0" y="0"/>
            <a:chExt cx="1295424" cy="13290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424" cy="1329031"/>
            </a:xfrm>
            <a:custGeom>
              <a:avLst/>
              <a:gdLst/>
              <a:ahLst/>
              <a:cxnLst/>
              <a:rect r="r" b="b" t="t" l="l"/>
              <a:pathLst>
                <a:path h="1329031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250330"/>
                  </a:lnTo>
                  <a:cubicBezTo>
                    <a:pt x="1295424" y="1293795"/>
                    <a:pt x="1260188" y="1329031"/>
                    <a:pt x="1216723" y="1329031"/>
                  </a:cubicBezTo>
                  <a:lnTo>
                    <a:pt x="78701" y="1329031"/>
                  </a:lnTo>
                  <a:cubicBezTo>
                    <a:pt x="35236" y="1329031"/>
                    <a:pt x="0" y="1293795"/>
                    <a:pt x="0" y="1250330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5424" cy="1367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3032" y="4212135"/>
            <a:ext cx="4918564" cy="5074596"/>
            <a:chOff x="0" y="0"/>
            <a:chExt cx="1295424" cy="1336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424" cy="1336519"/>
            </a:xfrm>
            <a:custGeom>
              <a:avLst/>
              <a:gdLst/>
              <a:ahLst/>
              <a:cxnLst/>
              <a:rect r="r" b="b" t="t" l="l"/>
              <a:pathLst>
                <a:path h="1336519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257818"/>
                  </a:lnTo>
                  <a:cubicBezTo>
                    <a:pt x="1295424" y="1301284"/>
                    <a:pt x="1260188" y="1336519"/>
                    <a:pt x="1216723" y="1336519"/>
                  </a:cubicBezTo>
                  <a:lnTo>
                    <a:pt x="78701" y="1336519"/>
                  </a:lnTo>
                  <a:cubicBezTo>
                    <a:pt x="35236" y="1336519"/>
                    <a:pt x="0" y="1301284"/>
                    <a:pt x="0" y="1257818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5424" cy="1374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8590" y="4855997"/>
            <a:ext cx="5673116" cy="4430735"/>
            <a:chOff x="0" y="0"/>
            <a:chExt cx="1592866" cy="12440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2866" cy="1244037"/>
            </a:xfrm>
            <a:custGeom>
              <a:avLst/>
              <a:gdLst/>
              <a:ahLst/>
              <a:cxnLst/>
              <a:rect r="r" b="b" t="t" l="l"/>
              <a:pathLst>
                <a:path h="1244037" w="1592866">
                  <a:moveTo>
                    <a:pt x="31387" y="0"/>
                  </a:moveTo>
                  <a:lnTo>
                    <a:pt x="1561479" y="0"/>
                  </a:lnTo>
                  <a:cubicBezTo>
                    <a:pt x="1569803" y="0"/>
                    <a:pt x="1577786" y="3307"/>
                    <a:pt x="1583673" y="9193"/>
                  </a:cubicBezTo>
                  <a:cubicBezTo>
                    <a:pt x="1589559" y="15079"/>
                    <a:pt x="1592866" y="23063"/>
                    <a:pt x="1592866" y="31387"/>
                  </a:cubicBezTo>
                  <a:lnTo>
                    <a:pt x="1592866" y="1212650"/>
                  </a:lnTo>
                  <a:cubicBezTo>
                    <a:pt x="1592866" y="1220974"/>
                    <a:pt x="1589559" y="1228958"/>
                    <a:pt x="1583673" y="1234844"/>
                  </a:cubicBezTo>
                  <a:cubicBezTo>
                    <a:pt x="1577786" y="1240730"/>
                    <a:pt x="1569803" y="1244037"/>
                    <a:pt x="1561479" y="1244037"/>
                  </a:cubicBezTo>
                  <a:lnTo>
                    <a:pt x="31387" y="1244037"/>
                  </a:lnTo>
                  <a:cubicBezTo>
                    <a:pt x="14053" y="1244037"/>
                    <a:pt x="0" y="1229984"/>
                    <a:pt x="0" y="1212650"/>
                  </a:cubicBezTo>
                  <a:lnTo>
                    <a:pt x="0" y="31387"/>
                  </a:lnTo>
                  <a:cubicBezTo>
                    <a:pt x="0" y="23063"/>
                    <a:pt x="3307" y="15079"/>
                    <a:pt x="9193" y="9193"/>
                  </a:cubicBezTo>
                  <a:cubicBezTo>
                    <a:pt x="15079" y="3307"/>
                    <a:pt x="23063" y="0"/>
                    <a:pt x="31387" y="0"/>
                  </a:cubicBezTo>
                  <a:close/>
                </a:path>
              </a:pathLst>
            </a:custGeom>
            <a:blipFill>
              <a:blip r:embed="rId4"/>
              <a:stretch>
                <a:fillRect l="-64" t="0" r="-64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1840184"/>
            <a:ext cx="16230600" cy="154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41"/>
              </a:lnSpc>
            </a:pPr>
            <a:r>
              <a:rPr lang="en-US" b="true" sz="10541" spc="-548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Problem &amp; Our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5163" y="678983"/>
            <a:ext cx="2457313" cy="3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2"/>
              </a:lnSpc>
            </a:pPr>
            <a:r>
              <a:rPr lang="en-US" b="true" sz="2173" spc="-102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5163" y="3386267"/>
            <a:ext cx="16214137" cy="38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7"/>
              </a:lnSpc>
            </a:pPr>
            <a:r>
              <a:rPr lang="en-US" b="true" sz="2205" i="true" spc="-88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Candidates fail interviews due to lack of realistic practice — not lack of knowledge. Here's how InterviewIQ AI changes that.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73819" y="4507664"/>
            <a:ext cx="4037472" cy="34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2463" spc="-12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😰 The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83578" y="4705643"/>
            <a:ext cx="4037472" cy="68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b="true" sz="2463" spc="-12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✅ Our Solution: InterviewIQ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1968" y="5698798"/>
            <a:ext cx="4037472" cy="272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😰 Students panic in real interviews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🎯 Existing platforms ask generic questions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📷 No feedback on confidence or eye contact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💻 Very few platforms offer DevOps practice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❌ Result: Failing interviews despite knowing the concepts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00856" y="5698798"/>
            <a:ext cx="4037472" cy="24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🎤 24/7 AI-Powered Voice Mentor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📄 Resume-Based Personalized Questions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📷 Webcam Confidence Analysis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💻 Coding Practice Rounds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🐳 DevOps Terminal Simulator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📊 AI Performance Analytics</a:t>
            </a:r>
          </a:p>
          <a:p>
            <a:pPr algn="l" marL="0" indent="0" lvl="0">
              <a:lnSpc>
                <a:spcPts val="2428"/>
              </a:lnSpc>
            </a:pPr>
            <a:r>
              <a:rPr lang="en-US" b="true" sz="1734" spc="-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🛣️ Personalized Learning Roadmap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29249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2 of 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8352473" y="4652140"/>
            <a:ext cx="12899683" cy="8326159"/>
          </a:xfrm>
          <a:custGeom>
            <a:avLst/>
            <a:gdLst/>
            <a:ahLst/>
            <a:cxnLst/>
            <a:rect r="r" b="b" t="t" l="l"/>
            <a:pathLst>
              <a:path h="8326159" w="12899683">
                <a:moveTo>
                  <a:pt x="0" y="0"/>
                </a:moveTo>
                <a:lnTo>
                  <a:pt x="12899683" y="0"/>
                </a:lnTo>
                <a:lnTo>
                  <a:pt x="12899683" y="8326159"/>
                </a:lnTo>
                <a:lnTo>
                  <a:pt x="0" y="832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4113877">
            <a:off x="-1571649" y="-2208254"/>
            <a:ext cx="7690935" cy="8229600"/>
          </a:xfrm>
          <a:custGeom>
            <a:avLst/>
            <a:gdLst/>
            <a:ahLst/>
            <a:cxnLst/>
            <a:rect r="r" b="b" t="t" l="l"/>
            <a:pathLst>
              <a:path h="8229600" w="7690935">
                <a:moveTo>
                  <a:pt x="7690936" y="0"/>
                </a:moveTo>
                <a:lnTo>
                  <a:pt x="0" y="0"/>
                </a:lnTo>
                <a:lnTo>
                  <a:pt x="0" y="8229600"/>
                </a:lnTo>
                <a:lnTo>
                  <a:pt x="7690936" y="8229600"/>
                </a:lnTo>
                <a:lnTo>
                  <a:pt x="7690936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86184" y="1906546"/>
            <a:ext cx="5673116" cy="7351754"/>
            <a:chOff x="0" y="0"/>
            <a:chExt cx="1592866" cy="20641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2866" cy="2064185"/>
            </a:xfrm>
            <a:custGeom>
              <a:avLst/>
              <a:gdLst/>
              <a:ahLst/>
              <a:cxnLst/>
              <a:rect r="r" b="b" t="t" l="l"/>
              <a:pathLst>
                <a:path h="2064185" w="1592866">
                  <a:moveTo>
                    <a:pt x="31387" y="0"/>
                  </a:moveTo>
                  <a:lnTo>
                    <a:pt x="1561479" y="0"/>
                  </a:lnTo>
                  <a:cubicBezTo>
                    <a:pt x="1569803" y="0"/>
                    <a:pt x="1577786" y="3307"/>
                    <a:pt x="1583673" y="9193"/>
                  </a:cubicBezTo>
                  <a:cubicBezTo>
                    <a:pt x="1589559" y="15079"/>
                    <a:pt x="1592866" y="23063"/>
                    <a:pt x="1592866" y="31387"/>
                  </a:cubicBezTo>
                  <a:lnTo>
                    <a:pt x="1592866" y="2032797"/>
                  </a:lnTo>
                  <a:cubicBezTo>
                    <a:pt x="1592866" y="2050132"/>
                    <a:pt x="1578813" y="2064185"/>
                    <a:pt x="1561479" y="2064185"/>
                  </a:cubicBezTo>
                  <a:lnTo>
                    <a:pt x="31387" y="2064185"/>
                  </a:lnTo>
                  <a:cubicBezTo>
                    <a:pt x="23063" y="2064185"/>
                    <a:pt x="15079" y="2060878"/>
                    <a:pt x="9193" y="2054991"/>
                  </a:cubicBezTo>
                  <a:cubicBezTo>
                    <a:pt x="3307" y="2049105"/>
                    <a:pt x="0" y="2041122"/>
                    <a:pt x="0" y="2032797"/>
                  </a:cubicBezTo>
                  <a:lnTo>
                    <a:pt x="0" y="31387"/>
                  </a:lnTo>
                  <a:cubicBezTo>
                    <a:pt x="0" y="23063"/>
                    <a:pt x="3307" y="15079"/>
                    <a:pt x="9193" y="9193"/>
                  </a:cubicBezTo>
                  <a:cubicBezTo>
                    <a:pt x="15079" y="3307"/>
                    <a:pt x="23063" y="0"/>
                    <a:pt x="313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" r="0" b="-27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810109"/>
            <a:ext cx="4918564" cy="4476622"/>
            <a:chOff x="0" y="0"/>
            <a:chExt cx="1295424" cy="11790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5424" cy="1179028"/>
            </a:xfrm>
            <a:custGeom>
              <a:avLst/>
              <a:gdLst/>
              <a:ahLst/>
              <a:cxnLst/>
              <a:rect r="r" b="b" t="t" l="l"/>
              <a:pathLst>
                <a:path h="1179028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100327"/>
                  </a:lnTo>
                  <a:cubicBezTo>
                    <a:pt x="1295424" y="1143792"/>
                    <a:pt x="1260188" y="1179028"/>
                    <a:pt x="1216723" y="1179028"/>
                  </a:cubicBezTo>
                  <a:lnTo>
                    <a:pt x="78701" y="1179028"/>
                  </a:lnTo>
                  <a:cubicBezTo>
                    <a:pt x="35236" y="1179028"/>
                    <a:pt x="0" y="1143792"/>
                    <a:pt x="0" y="1100327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5424" cy="1217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07442" y="4810109"/>
            <a:ext cx="4918564" cy="4476622"/>
            <a:chOff x="0" y="0"/>
            <a:chExt cx="1295424" cy="11790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5424" cy="1179028"/>
            </a:xfrm>
            <a:custGeom>
              <a:avLst/>
              <a:gdLst/>
              <a:ahLst/>
              <a:cxnLst/>
              <a:rect r="r" b="b" t="t" l="l"/>
              <a:pathLst>
                <a:path h="1179028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100327"/>
                  </a:lnTo>
                  <a:cubicBezTo>
                    <a:pt x="1295424" y="1143792"/>
                    <a:pt x="1260188" y="1179028"/>
                    <a:pt x="1216723" y="1179028"/>
                  </a:cubicBezTo>
                  <a:lnTo>
                    <a:pt x="78701" y="1179028"/>
                  </a:lnTo>
                  <a:cubicBezTo>
                    <a:pt x="35236" y="1179028"/>
                    <a:pt x="0" y="1143792"/>
                    <a:pt x="0" y="1100327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95424" cy="1217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2125621"/>
            <a:ext cx="9837127" cy="169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Opportunities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5163" y="678983"/>
            <a:ext cx="2457313" cy="3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4"/>
              </a:lnSpc>
            </a:pPr>
            <a:r>
              <a:rPr lang="en-US" b="true" sz="2060" spc="-96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5163" y="3978515"/>
            <a:ext cx="10180843" cy="71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4"/>
              </a:lnSpc>
            </a:pPr>
            <a:r>
              <a:rPr lang="en-US" b="true" sz="2045" i="true" spc="-81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See how InterviewIQ AI stands apart from existing platforms and directly addresses the core challenges candidates face in technical interviews and DevOps practice.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3739" y="5438455"/>
            <a:ext cx="4037472" cy="33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6"/>
              </a:lnSpc>
            </a:pPr>
            <a:r>
              <a:rPr lang="en-US" b="true" sz="2336" spc="-12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is it different? 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31147" y="5331017"/>
            <a:ext cx="4271154" cy="33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7"/>
              </a:lnSpc>
            </a:pPr>
            <a:r>
              <a:rPr lang="en-US" b="true" sz="2327" spc="-12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will it solve the problem? 💡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9246" y="6116915"/>
            <a:ext cx="4037472" cy="264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3"/>
              </a:lnSpc>
            </a:pPr>
            <a:r>
              <a:rPr lang="en-US" b="true" sz="1681" spc="-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🎙️ Voice + Resume + Webcam + Coding — all in one platform</a:t>
            </a:r>
          </a:p>
          <a:p>
            <a:pPr algn="l" marL="0" indent="0" lvl="0">
              <a:lnSpc>
                <a:spcPts val="2353"/>
              </a:lnSpc>
            </a:pPr>
            <a:r>
              <a:rPr lang="en-US" b="true" sz="1681" spc="-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🧠 Personalized interview experience tailored to your profile</a:t>
            </a:r>
          </a:p>
          <a:p>
            <a:pPr algn="l" marL="0" indent="0" lvl="0">
              <a:lnSpc>
                <a:spcPts val="2353"/>
              </a:lnSpc>
            </a:pPr>
            <a:r>
              <a:rPr lang="en-US" b="true" sz="1681" spc="-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🐳 Interactive DevOps Terminal for hands-on practice</a:t>
            </a:r>
          </a:p>
          <a:p>
            <a:pPr algn="l" marL="0" indent="0" lvl="0">
              <a:lnSpc>
                <a:spcPts val="2353"/>
              </a:lnSpc>
            </a:pPr>
            <a:r>
              <a:rPr lang="en-US" b="true" sz="1681" spc="-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📊 Detailed AI Analytics on every session</a:t>
            </a:r>
          </a:p>
          <a:p>
            <a:pPr algn="l" marL="0" indent="0" lvl="0">
              <a:lnSpc>
                <a:spcPts val="2353"/>
              </a:lnSpc>
            </a:pPr>
            <a:r>
              <a:rPr lang="en-US" b="true" sz="1681" spc="-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🛣️ Guided Learning Roadmap based on your gaps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31147" y="6116915"/>
            <a:ext cx="4037472" cy="281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3"/>
              </a:lnSpc>
            </a:pPr>
            <a:r>
              <a:rPr lang="en-US" b="true" sz="1481" spc="-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🤖 Real interview feel with AI Voice simulation</a:t>
            </a:r>
          </a:p>
          <a:p>
            <a:pPr algn="l" marL="0" indent="0" lvl="0">
              <a:lnSpc>
                <a:spcPts val="2073"/>
              </a:lnSpc>
            </a:pPr>
            <a:r>
              <a:rPr lang="en-US" b="true" sz="1481" spc="-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📄 Personalized questions generated from your resume</a:t>
            </a:r>
          </a:p>
          <a:p>
            <a:pPr algn="l" marL="0" indent="0" lvl="0">
              <a:lnSpc>
                <a:spcPts val="2073"/>
              </a:lnSpc>
            </a:pPr>
            <a:r>
              <a:rPr lang="en-US" b="true" sz="1481" spc="-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👁️ Eye contact &amp; confidence feedback via webcam</a:t>
            </a:r>
          </a:p>
          <a:p>
            <a:pPr algn="l" marL="0" indent="0" lvl="0">
              <a:lnSpc>
                <a:spcPts val="2073"/>
              </a:lnSpc>
            </a:pPr>
            <a:r>
              <a:rPr lang="en-US" b="true" sz="1481" spc="-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💻 Technical assessment through live coding rounds</a:t>
            </a:r>
          </a:p>
          <a:p>
            <a:pPr algn="l" marL="0" indent="0" lvl="0">
              <a:lnSpc>
                <a:spcPts val="2073"/>
              </a:lnSpc>
            </a:pPr>
            <a:r>
              <a:rPr lang="en-US" b="true" sz="1481" spc="-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☸️ Kubernetes troubleshooting practice scenarios</a:t>
            </a:r>
          </a:p>
          <a:p>
            <a:pPr algn="l" marL="0" indent="0" lvl="0">
              <a:lnSpc>
                <a:spcPts val="2073"/>
              </a:lnSpc>
            </a:pPr>
            <a:r>
              <a:rPr lang="en-US" b="true" sz="1481" spc="-5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📈 Detailed performance reports after every session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9249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3 of 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8352473" y="4652140"/>
            <a:ext cx="12899683" cy="8326159"/>
          </a:xfrm>
          <a:custGeom>
            <a:avLst/>
            <a:gdLst/>
            <a:ahLst/>
            <a:cxnLst/>
            <a:rect r="r" b="b" t="t" l="l"/>
            <a:pathLst>
              <a:path h="8326159" w="12899683">
                <a:moveTo>
                  <a:pt x="0" y="0"/>
                </a:moveTo>
                <a:lnTo>
                  <a:pt x="12899683" y="0"/>
                </a:lnTo>
                <a:lnTo>
                  <a:pt x="12899683" y="8326159"/>
                </a:lnTo>
                <a:lnTo>
                  <a:pt x="0" y="832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4113877">
            <a:off x="-1571649" y="-2208254"/>
            <a:ext cx="7690935" cy="8229600"/>
          </a:xfrm>
          <a:custGeom>
            <a:avLst/>
            <a:gdLst/>
            <a:ahLst/>
            <a:cxnLst/>
            <a:rect r="r" b="b" t="t" l="l"/>
            <a:pathLst>
              <a:path h="8229600" w="7690935">
                <a:moveTo>
                  <a:pt x="7690936" y="0"/>
                </a:moveTo>
                <a:lnTo>
                  <a:pt x="0" y="0"/>
                </a:lnTo>
                <a:lnTo>
                  <a:pt x="0" y="8229600"/>
                </a:lnTo>
                <a:lnTo>
                  <a:pt x="7690936" y="8229600"/>
                </a:lnTo>
                <a:lnTo>
                  <a:pt x="7690936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6035" y="4421088"/>
            <a:ext cx="3423805" cy="4837212"/>
            <a:chOff x="0" y="0"/>
            <a:chExt cx="888161" cy="12548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8161" cy="1254809"/>
            </a:xfrm>
            <a:custGeom>
              <a:avLst/>
              <a:gdLst/>
              <a:ahLst/>
              <a:cxnLst/>
              <a:rect r="r" b="b" t="t" l="l"/>
              <a:pathLst>
                <a:path h="1254809" w="888161">
                  <a:moveTo>
                    <a:pt x="33918" y="0"/>
                  </a:moveTo>
                  <a:lnTo>
                    <a:pt x="854243" y="0"/>
                  </a:lnTo>
                  <a:cubicBezTo>
                    <a:pt x="863238" y="0"/>
                    <a:pt x="871865" y="3573"/>
                    <a:pt x="878226" y="9934"/>
                  </a:cubicBezTo>
                  <a:cubicBezTo>
                    <a:pt x="884587" y="16295"/>
                    <a:pt x="888161" y="24922"/>
                    <a:pt x="888161" y="33918"/>
                  </a:cubicBezTo>
                  <a:lnTo>
                    <a:pt x="888161" y="1220891"/>
                  </a:lnTo>
                  <a:cubicBezTo>
                    <a:pt x="888161" y="1239623"/>
                    <a:pt x="872975" y="1254809"/>
                    <a:pt x="854243" y="1254809"/>
                  </a:cubicBezTo>
                  <a:lnTo>
                    <a:pt x="33918" y="1254809"/>
                  </a:lnTo>
                  <a:cubicBezTo>
                    <a:pt x="15186" y="1254809"/>
                    <a:pt x="0" y="1239623"/>
                    <a:pt x="0" y="1220891"/>
                  </a:cubicBezTo>
                  <a:lnTo>
                    <a:pt x="0" y="33918"/>
                  </a:lnTo>
                  <a:cubicBezTo>
                    <a:pt x="0" y="24922"/>
                    <a:pt x="3573" y="16295"/>
                    <a:pt x="9934" y="9934"/>
                  </a:cubicBezTo>
                  <a:cubicBezTo>
                    <a:pt x="16295" y="3573"/>
                    <a:pt x="24922" y="0"/>
                    <a:pt x="339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39393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88161" cy="1216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2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53931" y="4421088"/>
            <a:ext cx="3423805" cy="4837212"/>
            <a:chOff x="0" y="0"/>
            <a:chExt cx="888161" cy="12548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8161" cy="1254809"/>
            </a:xfrm>
            <a:custGeom>
              <a:avLst/>
              <a:gdLst/>
              <a:ahLst/>
              <a:cxnLst/>
              <a:rect r="r" b="b" t="t" l="l"/>
              <a:pathLst>
                <a:path h="1254809" w="888161">
                  <a:moveTo>
                    <a:pt x="33918" y="0"/>
                  </a:moveTo>
                  <a:lnTo>
                    <a:pt x="854243" y="0"/>
                  </a:lnTo>
                  <a:cubicBezTo>
                    <a:pt x="863238" y="0"/>
                    <a:pt x="871865" y="3573"/>
                    <a:pt x="878226" y="9934"/>
                  </a:cubicBezTo>
                  <a:cubicBezTo>
                    <a:pt x="884587" y="16295"/>
                    <a:pt x="888161" y="24922"/>
                    <a:pt x="888161" y="33918"/>
                  </a:cubicBezTo>
                  <a:lnTo>
                    <a:pt x="888161" y="1220891"/>
                  </a:lnTo>
                  <a:cubicBezTo>
                    <a:pt x="888161" y="1239623"/>
                    <a:pt x="872975" y="1254809"/>
                    <a:pt x="854243" y="1254809"/>
                  </a:cubicBezTo>
                  <a:lnTo>
                    <a:pt x="33918" y="1254809"/>
                  </a:lnTo>
                  <a:cubicBezTo>
                    <a:pt x="15186" y="1254809"/>
                    <a:pt x="0" y="1239623"/>
                    <a:pt x="0" y="1220891"/>
                  </a:cubicBezTo>
                  <a:lnTo>
                    <a:pt x="0" y="33918"/>
                  </a:lnTo>
                  <a:cubicBezTo>
                    <a:pt x="0" y="24922"/>
                    <a:pt x="3573" y="16295"/>
                    <a:pt x="9934" y="9934"/>
                  </a:cubicBezTo>
                  <a:cubicBezTo>
                    <a:pt x="16295" y="3573"/>
                    <a:pt x="24922" y="0"/>
                    <a:pt x="339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39393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888161" cy="1216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2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7598" y="4421088"/>
            <a:ext cx="3422242" cy="3282099"/>
            <a:chOff x="0" y="0"/>
            <a:chExt cx="817677" cy="784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7677" cy="784193"/>
            </a:xfrm>
            <a:custGeom>
              <a:avLst/>
              <a:gdLst/>
              <a:ahLst/>
              <a:cxnLst/>
              <a:rect r="r" b="b" t="t" l="l"/>
              <a:pathLst>
                <a:path h="784193" w="817677">
                  <a:moveTo>
                    <a:pt x="33934" y="0"/>
                  </a:moveTo>
                  <a:lnTo>
                    <a:pt x="783743" y="0"/>
                  </a:lnTo>
                  <a:cubicBezTo>
                    <a:pt x="802484" y="0"/>
                    <a:pt x="817677" y="15193"/>
                    <a:pt x="817677" y="33934"/>
                  </a:cubicBezTo>
                  <a:lnTo>
                    <a:pt x="817677" y="750259"/>
                  </a:lnTo>
                  <a:cubicBezTo>
                    <a:pt x="817677" y="759259"/>
                    <a:pt x="814102" y="767890"/>
                    <a:pt x="807738" y="774254"/>
                  </a:cubicBezTo>
                  <a:cubicBezTo>
                    <a:pt x="801374" y="780617"/>
                    <a:pt x="792743" y="784193"/>
                    <a:pt x="783743" y="784193"/>
                  </a:cubicBezTo>
                  <a:lnTo>
                    <a:pt x="33934" y="784193"/>
                  </a:lnTo>
                  <a:cubicBezTo>
                    <a:pt x="24934" y="784193"/>
                    <a:pt x="16303" y="780617"/>
                    <a:pt x="9939" y="774254"/>
                  </a:cubicBezTo>
                  <a:cubicBezTo>
                    <a:pt x="3575" y="767890"/>
                    <a:pt x="0" y="759259"/>
                    <a:pt x="0" y="750259"/>
                  </a:cubicBezTo>
                  <a:lnTo>
                    <a:pt x="0" y="33934"/>
                  </a:lnTo>
                  <a:cubicBezTo>
                    <a:pt x="0" y="24934"/>
                    <a:pt x="3575" y="16303"/>
                    <a:pt x="9939" y="9939"/>
                  </a:cubicBezTo>
                  <a:cubicBezTo>
                    <a:pt x="16303" y="3575"/>
                    <a:pt x="24934" y="0"/>
                    <a:pt x="33934" y="0"/>
                  </a:cubicBezTo>
                  <a:close/>
                </a:path>
              </a:pathLst>
            </a:custGeom>
            <a:blipFill>
              <a:blip r:embed="rId4"/>
              <a:stretch>
                <a:fillRect l="-15" t="0" r="-15" b="0"/>
              </a:stretch>
            </a:blipFill>
            <a:ln w="9525" cap="sq">
              <a:solidFill>
                <a:srgbClr val="39393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255494" y="4421088"/>
            <a:ext cx="3422242" cy="3282099"/>
            <a:chOff x="0" y="0"/>
            <a:chExt cx="817677" cy="7841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7677" cy="784193"/>
            </a:xfrm>
            <a:custGeom>
              <a:avLst/>
              <a:gdLst/>
              <a:ahLst/>
              <a:cxnLst/>
              <a:rect r="r" b="b" t="t" l="l"/>
              <a:pathLst>
                <a:path h="784193" w="817677">
                  <a:moveTo>
                    <a:pt x="33934" y="0"/>
                  </a:moveTo>
                  <a:lnTo>
                    <a:pt x="783743" y="0"/>
                  </a:lnTo>
                  <a:cubicBezTo>
                    <a:pt x="802484" y="0"/>
                    <a:pt x="817677" y="15193"/>
                    <a:pt x="817677" y="33934"/>
                  </a:cubicBezTo>
                  <a:lnTo>
                    <a:pt x="817677" y="750259"/>
                  </a:lnTo>
                  <a:cubicBezTo>
                    <a:pt x="817677" y="759259"/>
                    <a:pt x="814102" y="767890"/>
                    <a:pt x="807738" y="774254"/>
                  </a:cubicBezTo>
                  <a:cubicBezTo>
                    <a:pt x="801374" y="780617"/>
                    <a:pt x="792743" y="784193"/>
                    <a:pt x="783743" y="784193"/>
                  </a:cubicBezTo>
                  <a:lnTo>
                    <a:pt x="33934" y="784193"/>
                  </a:lnTo>
                  <a:cubicBezTo>
                    <a:pt x="24934" y="784193"/>
                    <a:pt x="16303" y="780617"/>
                    <a:pt x="9939" y="774254"/>
                  </a:cubicBezTo>
                  <a:cubicBezTo>
                    <a:pt x="3575" y="767890"/>
                    <a:pt x="0" y="759259"/>
                    <a:pt x="0" y="750259"/>
                  </a:cubicBezTo>
                  <a:lnTo>
                    <a:pt x="0" y="33934"/>
                  </a:lnTo>
                  <a:cubicBezTo>
                    <a:pt x="0" y="24934"/>
                    <a:pt x="3575" y="16303"/>
                    <a:pt x="9939" y="9939"/>
                  </a:cubicBezTo>
                  <a:cubicBezTo>
                    <a:pt x="16303" y="3575"/>
                    <a:pt x="24934" y="0"/>
                    <a:pt x="33934" y="0"/>
                  </a:cubicBezTo>
                  <a:close/>
                </a:path>
              </a:pathLst>
            </a:custGeom>
            <a:blipFill>
              <a:blip r:embed="rId5"/>
              <a:stretch>
                <a:fillRect l="-15" t="0" r="-15" b="0"/>
              </a:stretch>
            </a:blipFill>
            <a:ln w="9525" cap="sq">
              <a:solidFill>
                <a:srgbClr val="39393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11827" y="4421088"/>
            <a:ext cx="3423805" cy="4837212"/>
            <a:chOff x="0" y="0"/>
            <a:chExt cx="888161" cy="12548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8161" cy="1254809"/>
            </a:xfrm>
            <a:custGeom>
              <a:avLst/>
              <a:gdLst/>
              <a:ahLst/>
              <a:cxnLst/>
              <a:rect r="r" b="b" t="t" l="l"/>
              <a:pathLst>
                <a:path h="1254809" w="888161">
                  <a:moveTo>
                    <a:pt x="33918" y="0"/>
                  </a:moveTo>
                  <a:lnTo>
                    <a:pt x="854243" y="0"/>
                  </a:lnTo>
                  <a:cubicBezTo>
                    <a:pt x="863238" y="0"/>
                    <a:pt x="871865" y="3573"/>
                    <a:pt x="878226" y="9934"/>
                  </a:cubicBezTo>
                  <a:cubicBezTo>
                    <a:pt x="884587" y="16295"/>
                    <a:pt x="888161" y="24922"/>
                    <a:pt x="888161" y="33918"/>
                  </a:cubicBezTo>
                  <a:lnTo>
                    <a:pt x="888161" y="1220891"/>
                  </a:lnTo>
                  <a:cubicBezTo>
                    <a:pt x="888161" y="1239623"/>
                    <a:pt x="872975" y="1254809"/>
                    <a:pt x="854243" y="1254809"/>
                  </a:cubicBezTo>
                  <a:lnTo>
                    <a:pt x="33918" y="1254809"/>
                  </a:lnTo>
                  <a:cubicBezTo>
                    <a:pt x="15186" y="1254809"/>
                    <a:pt x="0" y="1239623"/>
                    <a:pt x="0" y="1220891"/>
                  </a:cubicBezTo>
                  <a:lnTo>
                    <a:pt x="0" y="33918"/>
                  </a:lnTo>
                  <a:cubicBezTo>
                    <a:pt x="0" y="24922"/>
                    <a:pt x="3573" y="16295"/>
                    <a:pt x="9934" y="9934"/>
                  </a:cubicBezTo>
                  <a:cubicBezTo>
                    <a:pt x="16295" y="3573"/>
                    <a:pt x="24922" y="0"/>
                    <a:pt x="339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39393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888161" cy="1216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2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13390" y="4421088"/>
            <a:ext cx="3422242" cy="3282099"/>
            <a:chOff x="0" y="0"/>
            <a:chExt cx="817677" cy="7841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7677" cy="784193"/>
            </a:xfrm>
            <a:custGeom>
              <a:avLst/>
              <a:gdLst/>
              <a:ahLst/>
              <a:cxnLst/>
              <a:rect r="r" b="b" t="t" l="l"/>
              <a:pathLst>
                <a:path h="784193" w="817677">
                  <a:moveTo>
                    <a:pt x="33934" y="0"/>
                  </a:moveTo>
                  <a:lnTo>
                    <a:pt x="783743" y="0"/>
                  </a:lnTo>
                  <a:cubicBezTo>
                    <a:pt x="802484" y="0"/>
                    <a:pt x="817677" y="15193"/>
                    <a:pt x="817677" y="33934"/>
                  </a:cubicBezTo>
                  <a:lnTo>
                    <a:pt x="817677" y="750259"/>
                  </a:lnTo>
                  <a:cubicBezTo>
                    <a:pt x="817677" y="759259"/>
                    <a:pt x="814102" y="767890"/>
                    <a:pt x="807738" y="774254"/>
                  </a:cubicBezTo>
                  <a:cubicBezTo>
                    <a:pt x="801374" y="780617"/>
                    <a:pt x="792743" y="784193"/>
                    <a:pt x="783743" y="784193"/>
                  </a:cubicBezTo>
                  <a:lnTo>
                    <a:pt x="33934" y="784193"/>
                  </a:lnTo>
                  <a:cubicBezTo>
                    <a:pt x="24934" y="784193"/>
                    <a:pt x="16303" y="780617"/>
                    <a:pt x="9939" y="774254"/>
                  </a:cubicBezTo>
                  <a:cubicBezTo>
                    <a:pt x="3575" y="767890"/>
                    <a:pt x="0" y="759259"/>
                    <a:pt x="0" y="750259"/>
                  </a:cubicBezTo>
                  <a:lnTo>
                    <a:pt x="0" y="33934"/>
                  </a:lnTo>
                  <a:cubicBezTo>
                    <a:pt x="0" y="24934"/>
                    <a:pt x="3575" y="16303"/>
                    <a:pt x="9939" y="9939"/>
                  </a:cubicBezTo>
                  <a:cubicBezTo>
                    <a:pt x="16303" y="3575"/>
                    <a:pt x="24934" y="0"/>
                    <a:pt x="33934" y="0"/>
                  </a:cubicBezTo>
                  <a:close/>
                </a:path>
              </a:pathLst>
            </a:custGeom>
            <a:blipFill>
              <a:blip r:embed="rId6"/>
              <a:stretch>
                <a:fillRect l="-15" t="0" r="-15" b="0"/>
              </a:stretch>
            </a:blipFill>
            <a:ln w="9525" cap="sq">
              <a:solidFill>
                <a:srgbClr val="39393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969723" y="4421088"/>
            <a:ext cx="3423805" cy="4837212"/>
            <a:chOff x="0" y="0"/>
            <a:chExt cx="888161" cy="12548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8161" cy="1254809"/>
            </a:xfrm>
            <a:custGeom>
              <a:avLst/>
              <a:gdLst/>
              <a:ahLst/>
              <a:cxnLst/>
              <a:rect r="r" b="b" t="t" l="l"/>
              <a:pathLst>
                <a:path h="1254809" w="888161">
                  <a:moveTo>
                    <a:pt x="33918" y="0"/>
                  </a:moveTo>
                  <a:lnTo>
                    <a:pt x="854243" y="0"/>
                  </a:lnTo>
                  <a:cubicBezTo>
                    <a:pt x="863238" y="0"/>
                    <a:pt x="871865" y="3573"/>
                    <a:pt x="878226" y="9934"/>
                  </a:cubicBezTo>
                  <a:cubicBezTo>
                    <a:pt x="884587" y="16295"/>
                    <a:pt x="888161" y="24922"/>
                    <a:pt x="888161" y="33918"/>
                  </a:cubicBezTo>
                  <a:lnTo>
                    <a:pt x="888161" y="1220891"/>
                  </a:lnTo>
                  <a:cubicBezTo>
                    <a:pt x="888161" y="1239623"/>
                    <a:pt x="872975" y="1254809"/>
                    <a:pt x="854243" y="1254809"/>
                  </a:cubicBezTo>
                  <a:lnTo>
                    <a:pt x="33918" y="1254809"/>
                  </a:lnTo>
                  <a:cubicBezTo>
                    <a:pt x="15186" y="1254809"/>
                    <a:pt x="0" y="1239623"/>
                    <a:pt x="0" y="1220891"/>
                  </a:cubicBezTo>
                  <a:lnTo>
                    <a:pt x="0" y="33918"/>
                  </a:lnTo>
                  <a:cubicBezTo>
                    <a:pt x="0" y="24922"/>
                    <a:pt x="3573" y="16295"/>
                    <a:pt x="9934" y="9934"/>
                  </a:cubicBezTo>
                  <a:cubicBezTo>
                    <a:pt x="16295" y="3573"/>
                    <a:pt x="24922" y="0"/>
                    <a:pt x="339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39393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888161" cy="1216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2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71286" y="4421088"/>
            <a:ext cx="3422242" cy="3282099"/>
            <a:chOff x="0" y="0"/>
            <a:chExt cx="817677" cy="7841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7677" cy="784193"/>
            </a:xfrm>
            <a:custGeom>
              <a:avLst/>
              <a:gdLst/>
              <a:ahLst/>
              <a:cxnLst/>
              <a:rect r="r" b="b" t="t" l="l"/>
              <a:pathLst>
                <a:path h="784193" w="817677">
                  <a:moveTo>
                    <a:pt x="33934" y="0"/>
                  </a:moveTo>
                  <a:lnTo>
                    <a:pt x="783743" y="0"/>
                  </a:lnTo>
                  <a:cubicBezTo>
                    <a:pt x="802484" y="0"/>
                    <a:pt x="817677" y="15193"/>
                    <a:pt x="817677" y="33934"/>
                  </a:cubicBezTo>
                  <a:lnTo>
                    <a:pt x="817677" y="750259"/>
                  </a:lnTo>
                  <a:cubicBezTo>
                    <a:pt x="817677" y="759259"/>
                    <a:pt x="814102" y="767890"/>
                    <a:pt x="807738" y="774254"/>
                  </a:cubicBezTo>
                  <a:cubicBezTo>
                    <a:pt x="801374" y="780617"/>
                    <a:pt x="792743" y="784193"/>
                    <a:pt x="783743" y="784193"/>
                  </a:cubicBezTo>
                  <a:lnTo>
                    <a:pt x="33934" y="784193"/>
                  </a:lnTo>
                  <a:cubicBezTo>
                    <a:pt x="24934" y="784193"/>
                    <a:pt x="16303" y="780617"/>
                    <a:pt x="9939" y="774254"/>
                  </a:cubicBezTo>
                  <a:cubicBezTo>
                    <a:pt x="3575" y="767890"/>
                    <a:pt x="0" y="759259"/>
                    <a:pt x="0" y="750259"/>
                  </a:cubicBezTo>
                  <a:lnTo>
                    <a:pt x="0" y="33934"/>
                  </a:lnTo>
                  <a:cubicBezTo>
                    <a:pt x="0" y="24934"/>
                    <a:pt x="3575" y="16303"/>
                    <a:pt x="9939" y="9939"/>
                  </a:cubicBezTo>
                  <a:cubicBezTo>
                    <a:pt x="16303" y="3575"/>
                    <a:pt x="24934" y="0"/>
                    <a:pt x="33934" y="0"/>
                  </a:cubicBezTo>
                  <a:close/>
                </a:path>
              </a:pathLst>
            </a:custGeom>
            <a:blipFill>
              <a:blip r:embed="rId7"/>
              <a:stretch>
                <a:fillRect l="-15" t="0" r="-15" b="0"/>
              </a:stretch>
            </a:blipFill>
            <a:ln w="9525" cap="sq">
              <a:solidFill>
                <a:srgbClr val="393939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28700" y="2072894"/>
            <a:ext cx="9837127" cy="169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5163" y="650408"/>
            <a:ext cx="2457313" cy="5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5"/>
              </a:lnSpc>
            </a:pPr>
            <a:r>
              <a:rPr lang="en-US" b="true" sz="3075" spc="-1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6573" y="1592534"/>
            <a:ext cx="7772727" cy="135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8"/>
              </a:lnSpc>
            </a:pPr>
            <a:r>
              <a:rPr lang="en-US" b="true" sz="2598" i="true" spc="-103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6 AI-powered modules for realistic interview practice — Voice, Resume, Webcam, Coding, DevOps &amp; Smart Analytics.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4313" y="7840720"/>
            <a:ext cx="3423805" cy="34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9"/>
              </a:lnSpc>
            </a:pPr>
            <a:r>
              <a:rPr lang="en-US" b="true" sz="25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🎤 AI Voice Interview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22793" y="7850245"/>
            <a:ext cx="4076463" cy="34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</a:pPr>
            <a:r>
              <a:rPr lang="en-US" sz="284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📄 Resume Analyzer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4313" y="8473578"/>
            <a:ext cx="3397629" cy="33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0"/>
              </a:lnSpc>
            </a:pPr>
            <a:r>
              <a:rPr lang="en-US" b="true" sz="2029" i="true" spc="-81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Real interview simulation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62209" y="8473578"/>
            <a:ext cx="3397629" cy="33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0"/>
              </a:lnSpc>
            </a:pPr>
            <a:r>
              <a:rPr lang="en-US" b="true" sz="2029" i="true" spc="-81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RESUME-DRIVEN QUESTIONS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10264" y="8030824"/>
            <a:ext cx="3423805" cy="34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9"/>
              </a:lnSpc>
            </a:pPr>
            <a:r>
              <a:rPr lang="en-US" b="true" sz="25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📷 Webcam Analysis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20105" y="8494822"/>
            <a:ext cx="3397629" cy="3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b="true" sz="1829" spc="-7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CONFIDENCE &amp; EYE 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68159" y="8040349"/>
            <a:ext cx="3423805" cy="37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9"/>
              </a:lnSpc>
            </a:pPr>
            <a:r>
              <a:rPr lang="en-US" sz="304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💻 Coding Round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78001" y="8473578"/>
            <a:ext cx="3397629" cy="33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0"/>
              </a:lnSpc>
            </a:pPr>
            <a:r>
              <a:rPr lang="en-US" b="true" sz="2029" i="true" spc="-81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Live technical assessment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29249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4 of 10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8352473" y="4652140"/>
            <a:ext cx="12899683" cy="8326159"/>
          </a:xfrm>
          <a:custGeom>
            <a:avLst/>
            <a:gdLst/>
            <a:ahLst/>
            <a:cxnLst/>
            <a:rect r="r" b="b" t="t" l="l"/>
            <a:pathLst>
              <a:path h="8326159" w="12899683">
                <a:moveTo>
                  <a:pt x="0" y="0"/>
                </a:moveTo>
                <a:lnTo>
                  <a:pt x="12899683" y="0"/>
                </a:lnTo>
                <a:lnTo>
                  <a:pt x="12899683" y="8326159"/>
                </a:lnTo>
                <a:lnTo>
                  <a:pt x="0" y="832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4113877">
            <a:off x="-1571649" y="-2208254"/>
            <a:ext cx="7690935" cy="8229600"/>
          </a:xfrm>
          <a:custGeom>
            <a:avLst/>
            <a:gdLst/>
            <a:ahLst/>
            <a:cxnLst/>
            <a:rect r="r" b="b" t="t" l="l"/>
            <a:pathLst>
              <a:path h="8229600" w="7690935">
                <a:moveTo>
                  <a:pt x="7690936" y="0"/>
                </a:moveTo>
                <a:lnTo>
                  <a:pt x="0" y="0"/>
                </a:lnTo>
                <a:lnTo>
                  <a:pt x="0" y="8229600"/>
                </a:lnTo>
                <a:lnTo>
                  <a:pt x="7690936" y="8229600"/>
                </a:lnTo>
                <a:lnTo>
                  <a:pt x="7690936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906546"/>
            <a:ext cx="4918564" cy="6142586"/>
            <a:chOff x="0" y="0"/>
            <a:chExt cx="1295424" cy="161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424" cy="1617800"/>
            </a:xfrm>
            <a:custGeom>
              <a:avLst/>
              <a:gdLst/>
              <a:ahLst/>
              <a:cxnLst/>
              <a:rect r="r" b="b" t="t" l="l"/>
              <a:pathLst>
                <a:path h="1617800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539099"/>
                  </a:lnTo>
                  <a:cubicBezTo>
                    <a:pt x="1295424" y="1582565"/>
                    <a:pt x="1260188" y="1617800"/>
                    <a:pt x="1216723" y="1617800"/>
                  </a:cubicBezTo>
                  <a:lnTo>
                    <a:pt x="78701" y="1617800"/>
                  </a:lnTo>
                  <a:cubicBezTo>
                    <a:pt x="35236" y="1617800"/>
                    <a:pt x="0" y="1582565"/>
                    <a:pt x="0" y="1539099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5424" cy="16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5670" y="1906546"/>
            <a:ext cx="4918564" cy="6142586"/>
            <a:chOff x="0" y="0"/>
            <a:chExt cx="1295424" cy="161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5424" cy="1617800"/>
            </a:xfrm>
            <a:custGeom>
              <a:avLst/>
              <a:gdLst/>
              <a:ahLst/>
              <a:cxnLst/>
              <a:rect r="r" b="b" t="t" l="l"/>
              <a:pathLst>
                <a:path h="1617800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539099"/>
                  </a:lnTo>
                  <a:cubicBezTo>
                    <a:pt x="1295424" y="1582565"/>
                    <a:pt x="1260188" y="1617800"/>
                    <a:pt x="1216723" y="1617800"/>
                  </a:cubicBezTo>
                  <a:lnTo>
                    <a:pt x="78701" y="1617800"/>
                  </a:lnTo>
                  <a:cubicBezTo>
                    <a:pt x="35236" y="1617800"/>
                    <a:pt x="0" y="1582565"/>
                    <a:pt x="0" y="1539099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5424" cy="16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86184" y="1906546"/>
            <a:ext cx="5673116" cy="7351754"/>
            <a:chOff x="0" y="0"/>
            <a:chExt cx="1592866" cy="20641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2866" cy="2064185"/>
            </a:xfrm>
            <a:custGeom>
              <a:avLst/>
              <a:gdLst/>
              <a:ahLst/>
              <a:cxnLst/>
              <a:rect r="r" b="b" t="t" l="l"/>
              <a:pathLst>
                <a:path h="2064185" w="1592866">
                  <a:moveTo>
                    <a:pt x="31387" y="0"/>
                  </a:moveTo>
                  <a:lnTo>
                    <a:pt x="1561479" y="0"/>
                  </a:lnTo>
                  <a:cubicBezTo>
                    <a:pt x="1569803" y="0"/>
                    <a:pt x="1577786" y="3307"/>
                    <a:pt x="1583673" y="9193"/>
                  </a:cubicBezTo>
                  <a:cubicBezTo>
                    <a:pt x="1589559" y="15079"/>
                    <a:pt x="1592866" y="23063"/>
                    <a:pt x="1592866" y="31387"/>
                  </a:cubicBezTo>
                  <a:lnTo>
                    <a:pt x="1592866" y="2032797"/>
                  </a:lnTo>
                  <a:cubicBezTo>
                    <a:pt x="1592866" y="2050132"/>
                    <a:pt x="1578813" y="2064185"/>
                    <a:pt x="1561479" y="2064185"/>
                  </a:cubicBezTo>
                  <a:lnTo>
                    <a:pt x="31387" y="2064185"/>
                  </a:lnTo>
                  <a:cubicBezTo>
                    <a:pt x="23063" y="2064185"/>
                    <a:pt x="15079" y="2060878"/>
                    <a:pt x="9193" y="2054991"/>
                  </a:cubicBezTo>
                  <a:cubicBezTo>
                    <a:pt x="3307" y="2049105"/>
                    <a:pt x="0" y="2041122"/>
                    <a:pt x="0" y="2032797"/>
                  </a:cubicBezTo>
                  <a:lnTo>
                    <a:pt x="0" y="31387"/>
                  </a:lnTo>
                  <a:cubicBezTo>
                    <a:pt x="0" y="23063"/>
                    <a:pt x="3307" y="15079"/>
                    <a:pt x="9193" y="9193"/>
                  </a:cubicBezTo>
                  <a:cubicBezTo>
                    <a:pt x="15079" y="3307"/>
                    <a:pt x="23063" y="0"/>
                    <a:pt x="313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" r="0" b="-27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61055" y="8079374"/>
            <a:ext cx="9837127" cy="169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 Stack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3739" y="2441245"/>
            <a:ext cx="4037472" cy="5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b="true" sz="3486" spc="-18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Frontend &amp; 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60710" y="2441245"/>
            <a:ext cx="4037472" cy="5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b="true" sz="3486" spc="-18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&amp; Backend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5163" y="650408"/>
            <a:ext cx="2457313" cy="5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5"/>
              </a:lnSpc>
            </a:pPr>
            <a:r>
              <a:rPr lang="en-US" b="true" sz="3075" spc="-1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92495" y="810781"/>
            <a:ext cx="1966805" cy="2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5 of 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9246" y="3082285"/>
            <a:ext cx="4037472" cy="459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⚛️ React — Dynamic UI components &amp; SPA architecture</a:t>
            </a:r>
          </a:p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🎨 Tailwind CSS — Utility-first responsive styling</a:t>
            </a:r>
          </a:p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📊 Recharts — Interactive performance analytics charts</a:t>
            </a:r>
          </a:p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🎤 Web Speech API — Real-time voice recognition &amp; synthesis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46216" y="3082285"/>
            <a:ext cx="4037472" cy="459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🔥 Firebase — Auth, Firestore DB &amp; cloud hosting</a:t>
            </a:r>
          </a:p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✨ Gemini API — AI-powered question generation &amp; evaluation</a:t>
            </a:r>
          </a:p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👁️ MediaPipe — Webcam-based confidence &amp; eye contact analysis</a:t>
            </a:r>
          </a:p>
          <a:p>
            <a:pPr algn="l" marL="0" indent="0" lvl="0">
              <a:lnSpc>
                <a:spcPts val="3358"/>
              </a:lnSpc>
            </a:pPr>
            <a:r>
              <a:rPr lang="en-US" b="true" sz="2398" i="true" spc="-95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🐳 Docker/K8s — DevOps terminal simulation environment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8352473" y="4652140"/>
            <a:ext cx="12899683" cy="8326159"/>
          </a:xfrm>
          <a:custGeom>
            <a:avLst/>
            <a:gdLst/>
            <a:ahLst/>
            <a:cxnLst/>
            <a:rect r="r" b="b" t="t" l="l"/>
            <a:pathLst>
              <a:path h="8326159" w="12899683">
                <a:moveTo>
                  <a:pt x="0" y="0"/>
                </a:moveTo>
                <a:lnTo>
                  <a:pt x="12899683" y="0"/>
                </a:lnTo>
                <a:lnTo>
                  <a:pt x="12899683" y="8326159"/>
                </a:lnTo>
                <a:lnTo>
                  <a:pt x="0" y="832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4113877">
            <a:off x="-1571649" y="-2208254"/>
            <a:ext cx="7690935" cy="8229600"/>
          </a:xfrm>
          <a:custGeom>
            <a:avLst/>
            <a:gdLst/>
            <a:ahLst/>
            <a:cxnLst/>
            <a:rect r="r" b="b" t="t" l="l"/>
            <a:pathLst>
              <a:path h="8229600" w="7690935">
                <a:moveTo>
                  <a:pt x="7690936" y="0"/>
                </a:moveTo>
                <a:lnTo>
                  <a:pt x="0" y="0"/>
                </a:lnTo>
                <a:lnTo>
                  <a:pt x="0" y="8229600"/>
                </a:lnTo>
                <a:lnTo>
                  <a:pt x="7690936" y="8229600"/>
                </a:lnTo>
                <a:lnTo>
                  <a:pt x="7690936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906546"/>
            <a:ext cx="4918564" cy="5460760"/>
            <a:chOff x="0" y="0"/>
            <a:chExt cx="1295424" cy="14382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424" cy="1438225"/>
            </a:xfrm>
            <a:custGeom>
              <a:avLst/>
              <a:gdLst/>
              <a:ahLst/>
              <a:cxnLst/>
              <a:rect r="r" b="b" t="t" l="l"/>
              <a:pathLst>
                <a:path h="1438225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359524"/>
                  </a:lnTo>
                  <a:cubicBezTo>
                    <a:pt x="1295424" y="1402989"/>
                    <a:pt x="1260188" y="1438225"/>
                    <a:pt x="1216723" y="1438225"/>
                  </a:cubicBezTo>
                  <a:lnTo>
                    <a:pt x="78701" y="1438225"/>
                  </a:lnTo>
                  <a:cubicBezTo>
                    <a:pt x="35236" y="1438225"/>
                    <a:pt x="0" y="1402989"/>
                    <a:pt x="0" y="1359524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5424" cy="1476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5670" y="1906546"/>
            <a:ext cx="4918564" cy="5460760"/>
            <a:chOff x="0" y="0"/>
            <a:chExt cx="1295424" cy="14382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5424" cy="1438225"/>
            </a:xfrm>
            <a:custGeom>
              <a:avLst/>
              <a:gdLst/>
              <a:ahLst/>
              <a:cxnLst/>
              <a:rect r="r" b="b" t="t" l="l"/>
              <a:pathLst>
                <a:path h="1438225" w="1295424">
                  <a:moveTo>
                    <a:pt x="78701" y="0"/>
                  </a:moveTo>
                  <a:lnTo>
                    <a:pt x="1216723" y="0"/>
                  </a:lnTo>
                  <a:cubicBezTo>
                    <a:pt x="1260188" y="0"/>
                    <a:pt x="1295424" y="35236"/>
                    <a:pt x="1295424" y="78701"/>
                  </a:cubicBezTo>
                  <a:lnTo>
                    <a:pt x="1295424" y="1359524"/>
                  </a:lnTo>
                  <a:cubicBezTo>
                    <a:pt x="1295424" y="1402989"/>
                    <a:pt x="1260188" y="1438225"/>
                    <a:pt x="1216723" y="1438225"/>
                  </a:cubicBezTo>
                  <a:lnTo>
                    <a:pt x="78701" y="1438225"/>
                  </a:lnTo>
                  <a:cubicBezTo>
                    <a:pt x="35236" y="1438225"/>
                    <a:pt x="0" y="1402989"/>
                    <a:pt x="0" y="1359524"/>
                  </a:cubicBezTo>
                  <a:lnTo>
                    <a:pt x="0" y="78701"/>
                  </a:lnTo>
                  <a:cubicBezTo>
                    <a:pt x="0" y="35236"/>
                    <a:pt x="35236" y="0"/>
                    <a:pt x="787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5424" cy="1476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86184" y="1906546"/>
            <a:ext cx="5673116" cy="4593896"/>
            <a:chOff x="0" y="0"/>
            <a:chExt cx="1592866" cy="12898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2866" cy="1289848"/>
            </a:xfrm>
            <a:custGeom>
              <a:avLst/>
              <a:gdLst/>
              <a:ahLst/>
              <a:cxnLst/>
              <a:rect r="r" b="b" t="t" l="l"/>
              <a:pathLst>
                <a:path h="1289848" w="1592866">
                  <a:moveTo>
                    <a:pt x="31387" y="0"/>
                  </a:moveTo>
                  <a:lnTo>
                    <a:pt x="1561479" y="0"/>
                  </a:lnTo>
                  <a:cubicBezTo>
                    <a:pt x="1569803" y="0"/>
                    <a:pt x="1577786" y="3307"/>
                    <a:pt x="1583673" y="9193"/>
                  </a:cubicBezTo>
                  <a:cubicBezTo>
                    <a:pt x="1589559" y="15079"/>
                    <a:pt x="1592866" y="23063"/>
                    <a:pt x="1592866" y="31387"/>
                  </a:cubicBezTo>
                  <a:lnTo>
                    <a:pt x="1592866" y="1258461"/>
                  </a:lnTo>
                  <a:cubicBezTo>
                    <a:pt x="1592866" y="1266786"/>
                    <a:pt x="1589559" y="1274769"/>
                    <a:pt x="1583673" y="1280655"/>
                  </a:cubicBezTo>
                  <a:cubicBezTo>
                    <a:pt x="1577786" y="1286542"/>
                    <a:pt x="1569803" y="1289848"/>
                    <a:pt x="1561479" y="1289848"/>
                  </a:cubicBezTo>
                  <a:lnTo>
                    <a:pt x="31387" y="1289848"/>
                  </a:lnTo>
                  <a:cubicBezTo>
                    <a:pt x="23063" y="1289848"/>
                    <a:pt x="15079" y="1286542"/>
                    <a:pt x="9193" y="1280655"/>
                  </a:cubicBezTo>
                  <a:cubicBezTo>
                    <a:pt x="3307" y="1274769"/>
                    <a:pt x="0" y="1266786"/>
                    <a:pt x="0" y="1258461"/>
                  </a:cubicBezTo>
                  <a:lnTo>
                    <a:pt x="0" y="31387"/>
                  </a:lnTo>
                  <a:cubicBezTo>
                    <a:pt x="0" y="23063"/>
                    <a:pt x="3307" y="15079"/>
                    <a:pt x="9193" y="9193"/>
                  </a:cubicBezTo>
                  <a:cubicBezTo>
                    <a:pt x="15079" y="3307"/>
                    <a:pt x="23063" y="0"/>
                    <a:pt x="31387" y="0"/>
                  </a:cubicBezTo>
                  <a:close/>
                </a:path>
              </a:pathLst>
            </a:custGeom>
            <a:blipFill>
              <a:blip r:embed="rId4"/>
              <a:stretch>
                <a:fillRect l="-62" t="0" r="-62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7586381"/>
            <a:ext cx="9837127" cy="169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3739" y="2441245"/>
            <a:ext cx="4037472" cy="5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b="true" sz="3486" spc="-18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🔄 Process 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60710" y="2441245"/>
            <a:ext cx="4037472" cy="5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b="true" sz="3486" spc="-18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🎙️ Voice Processing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5163" y="650408"/>
            <a:ext cx="2457313" cy="5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5"/>
              </a:lnSpc>
            </a:pPr>
            <a:r>
              <a:rPr lang="en-US" b="true" sz="3075" spc="-1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79446" y="7805456"/>
            <a:ext cx="7772727" cy="253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b="true" sz="2445" i="true" spc="-97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AI powers every stage of the interview journey—from resume parsing and real-time voice analysis to personalized feedback and a custom learning roadmap—delivering a realistic interview experience that helps candidates improve with every session.</a:t>
            </a:r>
          </a:p>
          <a:p>
            <a:pPr algn="l" marL="0" indent="0" lvl="0">
              <a:lnSpc>
                <a:spcPts val="3284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69246" y="3068255"/>
            <a:ext cx="4037472" cy="414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🔐 Login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👤 Select Role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📄 Upload Resume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🎤 AI Voice Interview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💻 Coding / DevOps Challenge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🤖 AI Evaluation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📊 Scorecard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213"/>
              </a:lnSpc>
            </a:pPr>
            <a:r>
              <a:rPr lang="en-US" b="true" sz="1581" i="true" spc="-6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🛣️ Learning Roadmap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0710" y="3201588"/>
            <a:ext cx="4037472" cy="397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🎙️ Mic Input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Web Speech API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Transcript Text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Gemini AI Processing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📊 Confidence Score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↓</a:t>
            </a:r>
          </a:p>
          <a:p>
            <a:pPr algn="l" marL="0" indent="0" lvl="0">
              <a:lnSpc>
                <a:spcPts val="2913"/>
              </a:lnSpc>
            </a:pPr>
            <a:r>
              <a:rPr lang="en-US" b="true" sz="2081" i="true" spc="-83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💬 Instant Feedback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9249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6 of 10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8126447" y="3910965"/>
            <a:ext cx="12638460" cy="8199201"/>
          </a:xfrm>
          <a:custGeom>
            <a:avLst/>
            <a:gdLst/>
            <a:ahLst/>
            <a:cxnLst/>
            <a:rect r="r" b="b" t="t" l="l"/>
            <a:pathLst>
              <a:path h="8199201" w="12638460">
                <a:moveTo>
                  <a:pt x="0" y="0"/>
                </a:moveTo>
                <a:lnTo>
                  <a:pt x="12638460" y="0"/>
                </a:lnTo>
                <a:lnTo>
                  <a:pt x="12638460" y="8199201"/>
                </a:lnTo>
                <a:lnTo>
                  <a:pt x="0" y="819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13877">
            <a:off x="-4187745" y="-2485986"/>
            <a:ext cx="10914179" cy="11688545"/>
          </a:xfrm>
          <a:custGeom>
            <a:avLst/>
            <a:gdLst/>
            <a:ahLst/>
            <a:cxnLst/>
            <a:rect r="r" b="b" t="t" l="l"/>
            <a:pathLst>
              <a:path h="11688545" w="10914179">
                <a:moveTo>
                  <a:pt x="0" y="0"/>
                </a:moveTo>
                <a:lnTo>
                  <a:pt x="10914179" y="0"/>
                </a:lnTo>
                <a:lnTo>
                  <a:pt x="10914179" y="11688545"/>
                </a:lnTo>
                <a:lnTo>
                  <a:pt x="0" y="116885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907370"/>
            <a:ext cx="9837127" cy="331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</a:t>
            </a:r>
          </a:p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Diagram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26241" y="1906546"/>
            <a:ext cx="5233059" cy="7351754"/>
            <a:chOff x="0" y="0"/>
            <a:chExt cx="810738" cy="11389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0738" cy="1138979"/>
            </a:xfrm>
            <a:custGeom>
              <a:avLst/>
              <a:gdLst/>
              <a:ahLst/>
              <a:cxnLst/>
              <a:rect r="r" b="b" t="t" l="l"/>
              <a:pathLst>
                <a:path h="1138979" w="810738">
                  <a:moveTo>
                    <a:pt x="34027" y="0"/>
                  </a:moveTo>
                  <a:lnTo>
                    <a:pt x="776711" y="0"/>
                  </a:lnTo>
                  <a:cubicBezTo>
                    <a:pt x="785736" y="0"/>
                    <a:pt x="794390" y="3585"/>
                    <a:pt x="800772" y="9966"/>
                  </a:cubicBezTo>
                  <a:cubicBezTo>
                    <a:pt x="807153" y="16347"/>
                    <a:pt x="810738" y="25002"/>
                    <a:pt x="810738" y="34027"/>
                  </a:cubicBezTo>
                  <a:lnTo>
                    <a:pt x="810738" y="1104952"/>
                  </a:lnTo>
                  <a:cubicBezTo>
                    <a:pt x="810738" y="1113977"/>
                    <a:pt x="807153" y="1122632"/>
                    <a:pt x="800772" y="1129013"/>
                  </a:cubicBezTo>
                  <a:cubicBezTo>
                    <a:pt x="794390" y="1135394"/>
                    <a:pt x="785736" y="1138979"/>
                    <a:pt x="776711" y="1138979"/>
                  </a:cubicBezTo>
                  <a:lnTo>
                    <a:pt x="34027" y="1138979"/>
                  </a:lnTo>
                  <a:cubicBezTo>
                    <a:pt x="15234" y="1138979"/>
                    <a:pt x="0" y="1123745"/>
                    <a:pt x="0" y="1104952"/>
                  </a:cubicBezTo>
                  <a:lnTo>
                    <a:pt x="0" y="34027"/>
                  </a:lnTo>
                  <a:cubicBezTo>
                    <a:pt x="0" y="25002"/>
                    <a:pt x="3585" y="16347"/>
                    <a:pt x="9966" y="9966"/>
                  </a:cubicBezTo>
                  <a:cubicBezTo>
                    <a:pt x="16347" y="3585"/>
                    <a:pt x="25002" y="0"/>
                    <a:pt x="34027" y="0"/>
                  </a:cubicBezTo>
                  <a:close/>
                </a:path>
              </a:pathLst>
            </a:custGeom>
            <a:blipFill>
              <a:blip r:embed="rId4"/>
              <a:stretch>
                <a:fillRect l="-487" t="0" r="-487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046317" y="3954003"/>
            <a:ext cx="4261944" cy="4056563"/>
            <a:chOff x="0" y="0"/>
            <a:chExt cx="1196645" cy="1138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6645" cy="1138979"/>
            </a:xfrm>
            <a:custGeom>
              <a:avLst/>
              <a:gdLst/>
              <a:ahLst/>
              <a:cxnLst/>
              <a:rect r="r" b="b" t="t" l="l"/>
              <a:pathLst>
                <a:path h="1138979" w="1196645">
                  <a:moveTo>
                    <a:pt x="41780" y="0"/>
                  </a:moveTo>
                  <a:lnTo>
                    <a:pt x="1154865" y="0"/>
                  </a:lnTo>
                  <a:cubicBezTo>
                    <a:pt x="1177939" y="0"/>
                    <a:pt x="1196645" y="18706"/>
                    <a:pt x="1196645" y="41780"/>
                  </a:cubicBezTo>
                  <a:lnTo>
                    <a:pt x="1196645" y="1097199"/>
                  </a:lnTo>
                  <a:cubicBezTo>
                    <a:pt x="1196645" y="1108280"/>
                    <a:pt x="1192243" y="1118907"/>
                    <a:pt x="1184408" y="1126742"/>
                  </a:cubicBezTo>
                  <a:cubicBezTo>
                    <a:pt x="1176572" y="1134577"/>
                    <a:pt x="1165945" y="1138979"/>
                    <a:pt x="1154865" y="1138979"/>
                  </a:cubicBezTo>
                  <a:lnTo>
                    <a:pt x="41780" y="1138979"/>
                  </a:lnTo>
                  <a:cubicBezTo>
                    <a:pt x="30699" y="1138979"/>
                    <a:pt x="20072" y="1134577"/>
                    <a:pt x="12237" y="1126742"/>
                  </a:cubicBezTo>
                  <a:cubicBezTo>
                    <a:pt x="4402" y="1118907"/>
                    <a:pt x="0" y="1108280"/>
                    <a:pt x="0" y="1097199"/>
                  </a:cubicBezTo>
                  <a:lnTo>
                    <a:pt x="0" y="41780"/>
                  </a:lnTo>
                  <a:cubicBezTo>
                    <a:pt x="0" y="30699"/>
                    <a:pt x="4402" y="20072"/>
                    <a:pt x="12237" y="12237"/>
                  </a:cubicBezTo>
                  <a:cubicBezTo>
                    <a:pt x="20072" y="4402"/>
                    <a:pt x="30699" y="0"/>
                    <a:pt x="41780" y="0"/>
                  </a:cubicBez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45163" y="650408"/>
            <a:ext cx="2457313" cy="5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5"/>
              </a:lnSpc>
            </a:pPr>
            <a:r>
              <a:rPr lang="en-US" b="true" sz="3075" spc="-1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1137" y="6338873"/>
            <a:ext cx="7188356" cy="233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b="true" sz="2198" i="true" spc="-87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Architecture diagram of the proposed solution</a:t>
            </a:r>
          </a:p>
          <a:p>
            <a:pPr algn="l" marL="0" indent="0" lvl="0">
              <a:lnSpc>
                <a:spcPts val="3078"/>
              </a:lnSpc>
            </a:pPr>
            <a:r>
              <a:rPr lang="en-US" b="true" sz="2198" i="true" spc="-87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User → React + Tailwind → Firebase Auth → Firestore DB → Gemini API → AI Evaluation Engine → Scorecard &amp; Dashboard</a:t>
            </a:r>
          </a:p>
          <a:p>
            <a:pPr algn="l" marL="0" indent="0" lvl="0">
              <a:lnSpc>
                <a:spcPts val="3078"/>
              </a:lnSpc>
            </a:pPr>
            <a:r>
              <a:rPr lang="en-US" b="true" sz="2198" i="true" spc="-87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Each layer connects via REST/WebSocket with real-time sync through Firebase and AI inference via Gemini API.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1154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7 of 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9683046" y="2302311"/>
            <a:ext cx="12695914" cy="10862498"/>
          </a:xfrm>
          <a:custGeom>
            <a:avLst/>
            <a:gdLst/>
            <a:ahLst/>
            <a:cxnLst/>
            <a:rect r="r" b="b" t="t" l="l"/>
            <a:pathLst>
              <a:path h="10862498" w="12695914">
                <a:moveTo>
                  <a:pt x="0" y="0"/>
                </a:moveTo>
                <a:lnTo>
                  <a:pt x="12695914" y="0"/>
                </a:lnTo>
                <a:lnTo>
                  <a:pt x="12695914" y="10862498"/>
                </a:lnTo>
                <a:lnTo>
                  <a:pt x="0" y="1086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13877">
            <a:off x="-2919090" y="-2870437"/>
            <a:ext cx="7857314" cy="8430492"/>
          </a:xfrm>
          <a:custGeom>
            <a:avLst/>
            <a:gdLst/>
            <a:ahLst/>
            <a:cxnLst/>
            <a:rect r="r" b="b" t="t" l="l"/>
            <a:pathLst>
              <a:path h="8430492" w="7857314">
                <a:moveTo>
                  <a:pt x="0" y="0"/>
                </a:moveTo>
                <a:lnTo>
                  <a:pt x="7857313" y="0"/>
                </a:lnTo>
                <a:lnTo>
                  <a:pt x="7857313" y="8430492"/>
                </a:lnTo>
                <a:lnTo>
                  <a:pt x="0" y="843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907370"/>
            <a:ext cx="9837127" cy="331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1440" spc="-594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Snapshots of the MVP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26241" y="1906546"/>
            <a:ext cx="5233059" cy="7351754"/>
            <a:chOff x="0" y="0"/>
            <a:chExt cx="810738" cy="11389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0738" cy="1138979"/>
            </a:xfrm>
            <a:custGeom>
              <a:avLst/>
              <a:gdLst/>
              <a:ahLst/>
              <a:cxnLst/>
              <a:rect r="r" b="b" t="t" l="l"/>
              <a:pathLst>
                <a:path h="1138979" w="810738">
                  <a:moveTo>
                    <a:pt x="34027" y="0"/>
                  </a:moveTo>
                  <a:lnTo>
                    <a:pt x="776711" y="0"/>
                  </a:lnTo>
                  <a:cubicBezTo>
                    <a:pt x="785736" y="0"/>
                    <a:pt x="794390" y="3585"/>
                    <a:pt x="800772" y="9966"/>
                  </a:cubicBezTo>
                  <a:cubicBezTo>
                    <a:pt x="807153" y="16347"/>
                    <a:pt x="810738" y="25002"/>
                    <a:pt x="810738" y="34027"/>
                  </a:cubicBezTo>
                  <a:lnTo>
                    <a:pt x="810738" y="1104952"/>
                  </a:lnTo>
                  <a:cubicBezTo>
                    <a:pt x="810738" y="1113977"/>
                    <a:pt x="807153" y="1122632"/>
                    <a:pt x="800772" y="1129013"/>
                  </a:cubicBezTo>
                  <a:cubicBezTo>
                    <a:pt x="794390" y="1135394"/>
                    <a:pt x="785736" y="1138979"/>
                    <a:pt x="776711" y="1138979"/>
                  </a:cubicBezTo>
                  <a:lnTo>
                    <a:pt x="34027" y="1138979"/>
                  </a:lnTo>
                  <a:cubicBezTo>
                    <a:pt x="15234" y="1138979"/>
                    <a:pt x="0" y="1123745"/>
                    <a:pt x="0" y="1104952"/>
                  </a:cubicBezTo>
                  <a:lnTo>
                    <a:pt x="0" y="34027"/>
                  </a:lnTo>
                  <a:cubicBezTo>
                    <a:pt x="0" y="25002"/>
                    <a:pt x="3585" y="16347"/>
                    <a:pt x="9966" y="9966"/>
                  </a:cubicBezTo>
                  <a:cubicBezTo>
                    <a:pt x="16347" y="3585"/>
                    <a:pt x="25002" y="0"/>
                    <a:pt x="34027" y="0"/>
                  </a:cubicBezTo>
                  <a:close/>
                </a:path>
              </a:pathLst>
            </a:custGeom>
            <a:blipFill>
              <a:blip r:embed="rId4"/>
              <a:stretch>
                <a:fillRect l="-487" t="0" r="-487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0" y="4031725"/>
            <a:ext cx="4261944" cy="4056563"/>
            <a:chOff x="0" y="0"/>
            <a:chExt cx="1196645" cy="1138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6645" cy="1138979"/>
            </a:xfrm>
            <a:custGeom>
              <a:avLst/>
              <a:gdLst/>
              <a:ahLst/>
              <a:cxnLst/>
              <a:rect r="r" b="b" t="t" l="l"/>
              <a:pathLst>
                <a:path h="1138979" w="1196645">
                  <a:moveTo>
                    <a:pt x="41780" y="0"/>
                  </a:moveTo>
                  <a:lnTo>
                    <a:pt x="1154865" y="0"/>
                  </a:lnTo>
                  <a:cubicBezTo>
                    <a:pt x="1177939" y="0"/>
                    <a:pt x="1196645" y="18706"/>
                    <a:pt x="1196645" y="41780"/>
                  </a:cubicBezTo>
                  <a:lnTo>
                    <a:pt x="1196645" y="1097199"/>
                  </a:lnTo>
                  <a:cubicBezTo>
                    <a:pt x="1196645" y="1108280"/>
                    <a:pt x="1192243" y="1118907"/>
                    <a:pt x="1184408" y="1126742"/>
                  </a:cubicBezTo>
                  <a:cubicBezTo>
                    <a:pt x="1176572" y="1134577"/>
                    <a:pt x="1165945" y="1138979"/>
                    <a:pt x="1154865" y="1138979"/>
                  </a:cubicBezTo>
                  <a:lnTo>
                    <a:pt x="41780" y="1138979"/>
                  </a:lnTo>
                  <a:cubicBezTo>
                    <a:pt x="30699" y="1138979"/>
                    <a:pt x="20072" y="1134577"/>
                    <a:pt x="12237" y="1126742"/>
                  </a:cubicBezTo>
                  <a:cubicBezTo>
                    <a:pt x="4402" y="1118907"/>
                    <a:pt x="0" y="1108280"/>
                    <a:pt x="0" y="1097199"/>
                  </a:cubicBezTo>
                  <a:lnTo>
                    <a:pt x="0" y="41780"/>
                  </a:lnTo>
                  <a:cubicBezTo>
                    <a:pt x="0" y="30699"/>
                    <a:pt x="4402" y="20072"/>
                    <a:pt x="12237" y="12237"/>
                  </a:cubicBezTo>
                  <a:cubicBezTo>
                    <a:pt x="20072" y="4402"/>
                    <a:pt x="30699" y="0"/>
                    <a:pt x="41780" y="0"/>
                  </a:cubicBez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45163" y="650408"/>
            <a:ext cx="2457313" cy="5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5"/>
              </a:lnSpc>
            </a:pPr>
            <a:r>
              <a:rPr lang="en-US" b="true" sz="3075" spc="-1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5163" y="6494565"/>
            <a:ext cx="7188356" cy="272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</a:pPr>
            <a:r>
              <a:rPr lang="en-US" b="true" sz="2599" i="true" spc="-103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🖥️ Dashboard  •  🎤 AI Voice Interview</a:t>
            </a:r>
          </a:p>
          <a:p>
            <a:pPr algn="l" marL="0" indent="0" lvl="0">
              <a:lnSpc>
                <a:spcPts val="3639"/>
              </a:lnSpc>
            </a:pPr>
            <a:r>
              <a:rPr lang="en-US" b="true" sz="2599" i="true" spc="-103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📄 Resume Upload  •  🐳 DevOps Terminal</a:t>
            </a:r>
          </a:p>
          <a:p>
            <a:pPr algn="l" marL="0" indent="0" lvl="0">
              <a:lnSpc>
                <a:spcPts val="3639"/>
              </a:lnSpc>
            </a:pPr>
            <a:r>
              <a:rPr lang="en-US" b="true" sz="2599" i="true" spc="-103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📊 Analytics Dashboard</a:t>
            </a:r>
          </a:p>
          <a:p>
            <a:pPr algn="l" marL="0" indent="0" lvl="0">
              <a:lnSpc>
                <a:spcPts val="3639"/>
              </a:lnSpc>
            </a:pPr>
            <a:r>
              <a:rPr lang="en-US" b="true" sz="2599" i="true" spc="-103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Five core screens showcasing the full InterviewIQ AI experience — from onboarding to performance insights.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9249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8 of 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699989">
            <a:off x="-4422930" y="-1983996"/>
            <a:ext cx="42576717" cy="14476084"/>
          </a:xfrm>
          <a:custGeom>
            <a:avLst/>
            <a:gdLst/>
            <a:ahLst/>
            <a:cxnLst/>
            <a:rect r="r" b="b" t="t" l="l"/>
            <a:pathLst>
              <a:path h="14476084" w="42576717">
                <a:moveTo>
                  <a:pt x="0" y="0"/>
                </a:moveTo>
                <a:lnTo>
                  <a:pt x="42576717" y="0"/>
                </a:lnTo>
                <a:lnTo>
                  <a:pt x="42576717" y="14476084"/>
                </a:lnTo>
                <a:lnTo>
                  <a:pt x="0" y="14476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13877">
            <a:off x="-2452246" y="-2350794"/>
            <a:ext cx="7820250" cy="7394078"/>
          </a:xfrm>
          <a:custGeom>
            <a:avLst/>
            <a:gdLst/>
            <a:ahLst/>
            <a:cxnLst/>
            <a:rect r="r" b="b" t="t" l="l"/>
            <a:pathLst>
              <a:path h="7394078" w="7820250">
                <a:moveTo>
                  <a:pt x="0" y="0"/>
                </a:moveTo>
                <a:lnTo>
                  <a:pt x="7820249" y="0"/>
                </a:lnTo>
                <a:lnTo>
                  <a:pt x="7820249" y="7394078"/>
                </a:lnTo>
                <a:lnTo>
                  <a:pt x="0" y="739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859745"/>
            <a:ext cx="8284402" cy="280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4"/>
              </a:lnSpc>
            </a:pPr>
            <a:r>
              <a:rPr lang="en-US" b="true" sz="9634" spc="-501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Provide Links to Your: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26241" y="1906546"/>
            <a:ext cx="5233059" cy="7351754"/>
            <a:chOff x="0" y="0"/>
            <a:chExt cx="810738" cy="11389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0738" cy="1138979"/>
            </a:xfrm>
            <a:custGeom>
              <a:avLst/>
              <a:gdLst/>
              <a:ahLst/>
              <a:cxnLst/>
              <a:rect r="r" b="b" t="t" l="l"/>
              <a:pathLst>
                <a:path h="1138979" w="810738">
                  <a:moveTo>
                    <a:pt x="34027" y="0"/>
                  </a:moveTo>
                  <a:lnTo>
                    <a:pt x="776711" y="0"/>
                  </a:lnTo>
                  <a:cubicBezTo>
                    <a:pt x="785736" y="0"/>
                    <a:pt x="794390" y="3585"/>
                    <a:pt x="800772" y="9966"/>
                  </a:cubicBezTo>
                  <a:cubicBezTo>
                    <a:pt x="807153" y="16347"/>
                    <a:pt x="810738" y="25002"/>
                    <a:pt x="810738" y="34027"/>
                  </a:cubicBezTo>
                  <a:lnTo>
                    <a:pt x="810738" y="1104952"/>
                  </a:lnTo>
                  <a:cubicBezTo>
                    <a:pt x="810738" y="1113977"/>
                    <a:pt x="807153" y="1122632"/>
                    <a:pt x="800772" y="1129013"/>
                  </a:cubicBezTo>
                  <a:cubicBezTo>
                    <a:pt x="794390" y="1135394"/>
                    <a:pt x="785736" y="1138979"/>
                    <a:pt x="776711" y="1138979"/>
                  </a:cubicBezTo>
                  <a:lnTo>
                    <a:pt x="34027" y="1138979"/>
                  </a:lnTo>
                  <a:cubicBezTo>
                    <a:pt x="15234" y="1138979"/>
                    <a:pt x="0" y="1123745"/>
                    <a:pt x="0" y="1104952"/>
                  </a:cubicBezTo>
                  <a:lnTo>
                    <a:pt x="0" y="34027"/>
                  </a:lnTo>
                  <a:cubicBezTo>
                    <a:pt x="0" y="25002"/>
                    <a:pt x="3585" y="16347"/>
                    <a:pt x="9966" y="9966"/>
                  </a:cubicBezTo>
                  <a:cubicBezTo>
                    <a:pt x="16347" y="3585"/>
                    <a:pt x="25002" y="0"/>
                    <a:pt x="34027" y="0"/>
                  </a:cubicBezTo>
                  <a:close/>
                </a:path>
              </a:pathLst>
            </a:custGeom>
            <a:blipFill>
              <a:blip r:embed="rId4"/>
              <a:stretch>
                <a:fillRect l="-487" t="0" r="-487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0" y="4031725"/>
            <a:ext cx="4261944" cy="4056563"/>
            <a:chOff x="0" y="0"/>
            <a:chExt cx="1196645" cy="1138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6645" cy="1138979"/>
            </a:xfrm>
            <a:custGeom>
              <a:avLst/>
              <a:gdLst/>
              <a:ahLst/>
              <a:cxnLst/>
              <a:rect r="r" b="b" t="t" l="l"/>
              <a:pathLst>
                <a:path h="1138979" w="1196645">
                  <a:moveTo>
                    <a:pt x="41780" y="0"/>
                  </a:moveTo>
                  <a:lnTo>
                    <a:pt x="1154865" y="0"/>
                  </a:lnTo>
                  <a:cubicBezTo>
                    <a:pt x="1177939" y="0"/>
                    <a:pt x="1196645" y="18706"/>
                    <a:pt x="1196645" y="41780"/>
                  </a:cubicBezTo>
                  <a:lnTo>
                    <a:pt x="1196645" y="1097199"/>
                  </a:lnTo>
                  <a:cubicBezTo>
                    <a:pt x="1196645" y="1108280"/>
                    <a:pt x="1192243" y="1118907"/>
                    <a:pt x="1184408" y="1126742"/>
                  </a:cubicBezTo>
                  <a:cubicBezTo>
                    <a:pt x="1176572" y="1134577"/>
                    <a:pt x="1165945" y="1138979"/>
                    <a:pt x="1154865" y="1138979"/>
                  </a:cubicBezTo>
                  <a:lnTo>
                    <a:pt x="41780" y="1138979"/>
                  </a:lnTo>
                  <a:cubicBezTo>
                    <a:pt x="30699" y="1138979"/>
                    <a:pt x="20072" y="1134577"/>
                    <a:pt x="12237" y="1126742"/>
                  </a:cubicBezTo>
                  <a:cubicBezTo>
                    <a:pt x="4402" y="1118907"/>
                    <a:pt x="0" y="1108280"/>
                    <a:pt x="0" y="1097199"/>
                  </a:cubicBezTo>
                  <a:lnTo>
                    <a:pt x="0" y="41780"/>
                  </a:lnTo>
                  <a:cubicBezTo>
                    <a:pt x="0" y="30699"/>
                    <a:pt x="4402" y="20072"/>
                    <a:pt x="12237" y="12237"/>
                  </a:cubicBezTo>
                  <a:cubicBezTo>
                    <a:pt x="20072" y="4402"/>
                    <a:pt x="30699" y="0"/>
                    <a:pt x="41780" y="0"/>
                  </a:cubicBez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6538098"/>
            <a:ext cx="7037879" cy="2748634"/>
            <a:chOff x="0" y="0"/>
            <a:chExt cx="1853598" cy="723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53598" cy="723920"/>
            </a:xfrm>
            <a:custGeom>
              <a:avLst/>
              <a:gdLst/>
              <a:ahLst/>
              <a:cxnLst/>
              <a:rect r="r" b="b" t="t" l="l"/>
              <a:pathLst>
                <a:path h="723920" w="1853598">
                  <a:moveTo>
                    <a:pt x="55002" y="0"/>
                  </a:moveTo>
                  <a:lnTo>
                    <a:pt x="1798596" y="0"/>
                  </a:lnTo>
                  <a:cubicBezTo>
                    <a:pt x="1828973" y="0"/>
                    <a:pt x="1853598" y="24625"/>
                    <a:pt x="1853598" y="55002"/>
                  </a:cubicBezTo>
                  <a:lnTo>
                    <a:pt x="1853598" y="668918"/>
                  </a:lnTo>
                  <a:cubicBezTo>
                    <a:pt x="1853598" y="699295"/>
                    <a:pt x="1828973" y="723920"/>
                    <a:pt x="1798596" y="723920"/>
                  </a:cubicBezTo>
                  <a:lnTo>
                    <a:pt x="55002" y="723920"/>
                  </a:lnTo>
                  <a:cubicBezTo>
                    <a:pt x="24625" y="723920"/>
                    <a:pt x="0" y="699295"/>
                    <a:pt x="0" y="668918"/>
                  </a:cubicBezTo>
                  <a:lnTo>
                    <a:pt x="0" y="55002"/>
                  </a:lnTo>
                  <a:cubicBezTo>
                    <a:pt x="0" y="24625"/>
                    <a:pt x="24625" y="0"/>
                    <a:pt x="550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3B8A">
                    <a:alpha val="100000"/>
                  </a:srgbClr>
                </a:gs>
                <a:gs pos="100000">
                  <a:srgbClr val="A07D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53598" cy="762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853981" y="6897042"/>
            <a:ext cx="559487" cy="546258"/>
          </a:xfrm>
          <a:custGeom>
            <a:avLst/>
            <a:gdLst/>
            <a:ahLst/>
            <a:cxnLst/>
            <a:rect r="r" b="b" t="t" l="l"/>
            <a:pathLst>
              <a:path h="546258" w="559487">
                <a:moveTo>
                  <a:pt x="0" y="0"/>
                </a:moveTo>
                <a:lnTo>
                  <a:pt x="559487" y="0"/>
                </a:lnTo>
                <a:lnTo>
                  <a:pt x="559487" y="546258"/>
                </a:lnTo>
                <a:lnTo>
                  <a:pt x="0" y="54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81504" y="7669999"/>
            <a:ext cx="496520" cy="489671"/>
          </a:xfrm>
          <a:custGeom>
            <a:avLst/>
            <a:gdLst/>
            <a:ahLst/>
            <a:cxnLst/>
            <a:rect r="r" b="b" t="t" l="l"/>
            <a:pathLst>
              <a:path h="489671" w="496520">
                <a:moveTo>
                  <a:pt x="0" y="0"/>
                </a:moveTo>
                <a:lnTo>
                  <a:pt x="496520" y="0"/>
                </a:lnTo>
                <a:lnTo>
                  <a:pt x="496520" y="489672"/>
                </a:lnTo>
                <a:lnTo>
                  <a:pt x="0" y="4896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55635" y="8410818"/>
            <a:ext cx="482069" cy="497874"/>
          </a:xfrm>
          <a:custGeom>
            <a:avLst/>
            <a:gdLst/>
            <a:ahLst/>
            <a:cxnLst/>
            <a:rect r="r" b="b" t="t" l="l"/>
            <a:pathLst>
              <a:path h="497874" w="482069">
                <a:moveTo>
                  <a:pt x="0" y="0"/>
                </a:moveTo>
                <a:lnTo>
                  <a:pt x="482069" y="0"/>
                </a:lnTo>
                <a:lnTo>
                  <a:pt x="482069" y="497875"/>
                </a:lnTo>
                <a:lnTo>
                  <a:pt x="0" y="497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5163" y="650408"/>
            <a:ext cx="2457313" cy="5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5"/>
              </a:lnSpc>
            </a:pPr>
            <a:r>
              <a:rPr lang="en-US" b="true" sz="3075" spc="-1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92495" y="810781"/>
            <a:ext cx="196680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9 of 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8223" y="4662173"/>
            <a:ext cx="7188356" cy="113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4"/>
              </a:lnSpc>
            </a:pPr>
            <a:r>
              <a:rPr lang="en-US" b="true" sz="2145" i="true" spc="-85">
                <a:solidFill>
                  <a:srgbClr val="393939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Scan the QR codes below to explore the project. Each link opens a key resource from the InterviewIQ AI hackathon submission.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05996" y="6952509"/>
            <a:ext cx="2607250" cy="68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1991" spc="-1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 Public Repository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05996" y="7697700"/>
            <a:ext cx="4087514" cy="33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1991" spc="-1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 Video Link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05996" y="8440253"/>
            <a:ext cx="4462974" cy="33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1991" spc="-1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MVP Link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1731" y="-141334"/>
            <a:ext cx="10118453" cy="8663925"/>
          </a:xfrm>
          <a:custGeom>
            <a:avLst/>
            <a:gdLst/>
            <a:ahLst/>
            <a:cxnLst/>
            <a:rect r="r" b="b" t="t" l="l"/>
            <a:pathLst>
              <a:path h="8663925" w="10118453">
                <a:moveTo>
                  <a:pt x="0" y="0"/>
                </a:moveTo>
                <a:lnTo>
                  <a:pt x="10118453" y="0"/>
                </a:lnTo>
                <a:lnTo>
                  <a:pt x="10118453" y="8663925"/>
                </a:lnTo>
                <a:lnTo>
                  <a:pt x="0" y="8663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45163" y="1411559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699989">
            <a:off x="9172837" y="4060361"/>
            <a:ext cx="12533335" cy="8961335"/>
          </a:xfrm>
          <a:custGeom>
            <a:avLst/>
            <a:gdLst/>
            <a:ahLst/>
            <a:cxnLst/>
            <a:rect r="r" b="b" t="t" l="l"/>
            <a:pathLst>
              <a:path h="8961335" w="12533335">
                <a:moveTo>
                  <a:pt x="0" y="0"/>
                </a:moveTo>
                <a:lnTo>
                  <a:pt x="12533335" y="0"/>
                </a:lnTo>
                <a:lnTo>
                  <a:pt x="12533335" y="8961335"/>
                </a:lnTo>
                <a:lnTo>
                  <a:pt x="0" y="8961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113877">
            <a:off x="-3109611" y="-2780063"/>
            <a:ext cx="8295498" cy="8206300"/>
          </a:xfrm>
          <a:custGeom>
            <a:avLst/>
            <a:gdLst/>
            <a:ahLst/>
            <a:cxnLst/>
            <a:rect r="r" b="b" t="t" l="l"/>
            <a:pathLst>
              <a:path h="8206300" w="8295498">
                <a:moveTo>
                  <a:pt x="0" y="0"/>
                </a:moveTo>
                <a:lnTo>
                  <a:pt x="8295499" y="0"/>
                </a:lnTo>
                <a:lnTo>
                  <a:pt x="8295499" y="8206300"/>
                </a:lnTo>
                <a:lnTo>
                  <a:pt x="0" y="820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124142"/>
            <a:ext cx="16230600" cy="455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45"/>
              </a:lnSpc>
              <a:spcBef>
                <a:spcPct val="0"/>
              </a:spcBef>
            </a:pPr>
            <a:r>
              <a:rPr lang="en-US" b="true" sz="24604" spc="-1279">
                <a:solidFill>
                  <a:srgbClr val="22222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3504" y="7978840"/>
            <a:ext cx="13197441" cy="826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0"/>
              </a:lnSpc>
            </a:pPr>
            <a:r>
              <a:rPr lang="en-US" sz="6290" spc="-327">
                <a:solidFill>
                  <a:srgbClr val="2222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Questions? Let's connect! 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163" y="669458"/>
            <a:ext cx="2457313" cy="43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5"/>
              </a:lnSpc>
            </a:pPr>
            <a:r>
              <a:rPr lang="en-US" b="true" sz="2532" spc="-11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InterviewIQ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09146" y="8814408"/>
            <a:ext cx="3450154" cy="53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18"/>
              </a:lnSpc>
            </a:pPr>
            <a:r>
              <a:rPr lang="en-US" b="true" sz="1681" spc="-9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📧 Email: your.email@example.com</a:t>
            </a:r>
          </a:p>
          <a:p>
            <a:pPr algn="r" marL="0" indent="0" lvl="0">
              <a:lnSpc>
                <a:spcPts val="2118"/>
              </a:lnSpc>
            </a:pPr>
            <a:r>
              <a:rPr lang="en-US" b="true" sz="1681" spc="-9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🐙 GitHub: github.com/vineetsaini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92495" y="717002"/>
            <a:ext cx="1966805" cy="464845"/>
            <a:chOff x="0" y="0"/>
            <a:chExt cx="518006" cy="1224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8006" cy="122428"/>
            </a:xfrm>
            <a:custGeom>
              <a:avLst/>
              <a:gdLst/>
              <a:ahLst/>
              <a:cxnLst/>
              <a:rect r="r" b="b" t="t" l="l"/>
              <a:pathLst>
                <a:path h="122428" w="518006">
                  <a:moveTo>
                    <a:pt x="61214" y="0"/>
                  </a:moveTo>
                  <a:lnTo>
                    <a:pt x="456792" y="0"/>
                  </a:lnTo>
                  <a:cubicBezTo>
                    <a:pt x="490600" y="0"/>
                    <a:pt x="518006" y="27406"/>
                    <a:pt x="518006" y="61214"/>
                  </a:cubicBezTo>
                  <a:lnTo>
                    <a:pt x="518006" y="61214"/>
                  </a:lnTo>
                  <a:cubicBezTo>
                    <a:pt x="518006" y="95022"/>
                    <a:pt x="490600" y="122428"/>
                    <a:pt x="456792" y="122428"/>
                  </a:cubicBezTo>
                  <a:lnTo>
                    <a:pt x="61214" y="122428"/>
                  </a:lnTo>
                  <a:cubicBezTo>
                    <a:pt x="27406" y="122428"/>
                    <a:pt x="0" y="95022"/>
                    <a:pt x="0" y="61214"/>
                  </a:cubicBezTo>
                  <a:lnTo>
                    <a:pt x="0" y="61214"/>
                  </a:lnTo>
                  <a:cubicBezTo>
                    <a:pt x="0" y="27406"/>
                    <a:pt x="27406" y="0"/>
                    <a:pt x="61214" y="0"/>
                  </a:cubicBezTo>
                  <a:close/>
                </a:path>
              </a:pathLst>
            </a:custGeom>
            <a:solidFill>
              <a:srgbClr val="593B8A"/>
            </a:solidFill>
            <a:ln w="19050" cap="rnd">
              <a:solidFill>
                <a:srgbClr val="29241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18006" cy="16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292495" y="810781"/>
            <a:ext cx="1966805" cy="24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0"/>
              </a:lnSpc>
              <a:spcBef>
                <a:spcPct val="0"/>
              </a:spcBef>
            </a:pPr>
            <a:r>
              <a:rPr lang="en-US" sz="1457" spc="-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DAHRZNvb5Hc</dc:identifier>
  <dcterms:modified xsi:type="dcterms:W3CDTF">2011-08-01T06:04:30Z</dcterms:modified>
  <cp:revision>1</cp:revision>
  <dc:title>InterviewIQ AI: TechSprint Hackathon Deck</dc:title>
</cp:coreProperties>
</file>