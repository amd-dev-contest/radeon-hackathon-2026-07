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AgentOS</a:t>
            </a:r>
          </a:p>
          <a:p>
            <a:pPr>
              <a:defRPr sz="2200"/>
            </a:pPr>
            <a:r>
              <a:t>Next-Generation AI Research Assistant</a:t>
            </a:r>
            <a:br/>
            <a:r>
              <a:t>AMD AI DevMaster Hackathon 2026</a:t>
            </a:r>
            <a:br/>
            <a:r>
              <a:t>Vidwat Srivastava &amp; Shivam Raj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Knowledge is scattered across documents and images</a:t>
            </a:r>
            <a:br/>
            <a:r>
              <a:t>• Manual search is slow</a:t>
            </a:r>
            <a:br/>
            <a:r>
              <a:t>• Existing assistants lack private document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AgentOS combines:</a:t>
            </a:r>
            <a:br/>
            <a:r>
              <a:t>• Multi-document RAG</a:t>
            </a:r>
            <a:br/>
            <a:r>
              <a:t>• OCR</a:t>
            </a:r>
            <a:br/>
            <a:r>
              <a:t>• Conversation Memory</a:t>
            </a:r>
            <a:br/>
            <a:r>
              <a:t>• Hybrid Web Search</a:t>
            </a:r>
            <a:br/>
            <a:r>
              <a:t>• Groq Llama 3.3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User → Streamlit UI → RAG Engine → ChromaDB → Groq Llama 3.3</a:t>
            </a:r>
            <a:br/>
            <a:r>
              <a:t>Images → EasyOCR</a:t>
            </a:r>
            <a:br/>
            <a:r>
              <a:t>Current events → Tavily Web 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Python</a:t>
            </a:r>
            <a:br/>
            <a:r>
              <a:t>Streamlit</a:t>
            </a:r>
            <a:br/>
            <a:r>
              <a:t>ChromaDB</a:t>
            </a:r>
            <a:br/>
            <a:r>
              <a:t>Groq Llama 3.3</a:t>
            </a:r>
            <a:br/>
            <a:r>
              <a:t>EasyOCR</a:t>
            </a:r>
            <a:br/>
            <a:r>
              <a:t>Tavily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AMD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Successfully deployed and tested on AMD Radeon Cloud.</a:t>
            </a:r>
            <a:br/>
            <a:r>
              <a:t>Public deployment using rc-tunnel.</a:t>
            </a:r>
            <a:br/>
            <a:r>
              <a:t>Validated end-to-end on AMD cloud environment.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Application Screenshots</a:t>
            </a:r>
          </a:p>
        </p:txBody>
      </p:sp>
      <p:pic>
        <p:nvPicPr>
          <p:cNvPr id="4" name="Picture 3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5577840" cy="3108960"/>
          </a:xfrm>
          <a:prstGeom prst="rect">
            <a:avLst/>
          </a:prstGeom>
        </p:spPr>
      </p:pic>
      <p:pic>
        <p:nvPicPr>
          <p:cNvPr id="5" name="Picture 4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22960"/>
            <a:ext cx="5577840" cy="3108960"/>
          </a:xfrm>
          <a:prstGeom prst="rect">
            <a:avLst/>
          </a:prstGeom>
        </p:spPr>
      </p:pic>
      <p:pic>
        <p:nvPicPr>
          <p:cNvPr id="6" name="Picture 5" descr="oc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114800"/>
            <a:ext cx="27432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GitHub: https://github.com/v1dwt/AgentOS</a:t>
            </a:r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