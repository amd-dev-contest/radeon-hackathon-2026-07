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8288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58A6FF"/>
                </a:solidFill>
              </a:defRPr>
            </a:pPr>
            <a:r>
              <a:t>RepositoryAnalysisAgent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6EDF3"/>
                </a:solidFill>
              </a:defRPr>
            </a:pPr>
            <a:r>
              <a:t>Privacy-First Local Code Repository Intelligence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4747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</a:defRPr>
            </a:pPr>
            <a:r>
              <a:t>Running entirely on AMD Radeon PRO W7900 (ROCm 7.2.1)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0292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B949E"/>
                </a:solidFill>
              </a:defRPr>
            </a:pPr>
            <a:r>
              <a:t>AMD Pervasive AI Developer Contest - Track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3949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58A6FF"/>
                </a:solidFill>
              </a:defRPr>
            </a:pPr>
            <a:r>
              <a:t>Suosuo Guan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700"/>
              </a:spcAft>
              <a:defRPr sz="1800">
                <a:solidFill>
                  <a:srgbClr val="E6EDF3"/>
                </a:solidFill>
              </a:defRPr>
            </a:pPr>
            <a:r>
              <a:t>- Cloud-based AI tools (Copilot, Cursor) send your code to external servers</a:t>
            </a:r>
          </a:p>
          <a:p>
            <a:pPr>
              <a:spcAft>
                <a:spcPts val="2700"/>
              </a:spcAft>
              <a:defRPr sz="1800">
                <a:solidFill>
                  <a:srgbClr val="E6EDF3"/>
                </a:solidFill>
              </a:defRPr>
            </a:pPr>
            <a:r>
              <a:t>- Enterprises with sensitive codebases cannot use cloud AI assistants</a:t>
            </a:r>
          </a:p>
          <a:p>
            <a:pPr>
              <a:spcAft>
                <a:spcPts val="2700"/>
              </a:spcAft>
              <a:defRPr sz="1800">
                <a:solidFill>
                  <a:srgbClr val="E6EDF3"/>
                </a:solidFill>
              </a:defRPr>
            </a:pPr>
            <a:r>
              <a:t>- Open-source local tools lack repository-level understanding</a:t>
            </a:r>
          </a:p>
          <a:p>
            <a:pPr>
              <a:spcAft>
                <a:spcPts val="2700"/>
              </a:spcAft>
              <a:defRPr sz="1800">
                <a:solidFill>
                  <a:srgbClr val="E6EDF3"/>
                </a:solidFill>
              </a:defRPr>
            </a:pPr>
            <a:r>
              <a:t>- AMD GPU users have limited options for local AI agents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1148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3FB950"/>
                </a:solidFill>
              </a:defRPr>
            </a:pPr>
            <a:r>
              <a:t>Our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0292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  <a:defRPr sz="1800">
                <a:solidFill>
                  <a:srgbClr val="E6EDF3"/>
                </a:solidFill>
              </a:defRPr>
            </a:pPr>
            <a:r>
              <a:t>RepositoryAnalysisAgent: fully local code intelligence agent</a:t>
            </a:r>
          </a:p>
          <a:p>
            <a:pPr>
              <a:spcAft>
                <a:spcPts val="2160"/>
              </a:spcAft>
              <a:defRPr sz="1800">
                <a:solidFill>
                  <a:srgbClr val="E6EDF3"/>
                </a:solidFill>
              </a:defRPr>
            </a:pPr>
            <a:r>
              <a:t>  - 100% on AMD W7900, zero data leaves the machine</a:t>
            </a:r>
          </a:p>
          <a:p>
            <a:pPr>
              <a:spcAft>
                <a:spcPts val="2160"/>
              </a:spcAft>
              <a:defRPr sz="1800">
                <a:solidFill>
                  <a:srgbClr val="E6EDF3"/>
                </a:solidFill>
              </a:defRPr>
            </a:pPr>
            <a:r>
              <a:t>  - AST indexing + semantic search + GPU reranking + ReAct agent</a:t>
            </a:r>
          </a:p>
          <a:p>
            <a:pPr>
              <a:spcAft>
                <a:spcPts val="2160"/>
              </a:spcAft>
              <a:defRPr sz="1800">
                <a:solidFill>
                  <a:srgbClr val="E6EDF3"/>
                </a:solidFill>
              </a:defRPr>
            </a:pPr>
            <a:r>
              <a:t>  - 14B model with 32K context, streaming responses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9D1D9"/>
                </a:solidFill>
              </a:defRPr>
            </a:pPr>
            <a:r>
              <a:t>Browser (localhost:8080)</a:t>
            </a:r>
            <a:br/>
            <a:r>
              <a:t>        |</a:t>
            </a:r>
            <a:br/>
            <a:r>
              <a:t>        v</a:t>
            </a:r>
            <a:br/>
            <a:r>
              <a:t>+---------------------------+</a:t>
            </a:r>
            <a:br/>
            <a:r>
              <a:t>|    FastAPI Application    |</a:t>
            </a:r>
            <a:br/>
            <a:r>
              <a:t>|  /chat (SSE)  /index     |</a:t>
            </a:r>
            <a:br/>
            <a:r>
              <a:t>+-----+---------------------+</a:t>
            </a:r>
            <a:br/>
            <a:r>
              <a:t>      |</a:t>
            </a:r>
            <a:br/>
            <a:r>
              <a:t>      v</a:t>
            </a:r>
            <a:br/>
            <a:r>
              <a:t>+-----------+     +------------------+     +-----------------+</a:t>
            </a:r>
            <a:br/>
            <a:r>
              <a:t>| Agent     |     | Index Pipeline   |     | Session Manager |</a:t>
            </a:r>
            <a:br/>
            <a:r>
              <a:t>| Engine    |----&gt;| tree-sitter AST  |     | JSON persistence|</a:t>
            </a:r>
            <a:br/>
            <a:r>
              <a:t>| (ReAct)   |     | BGE-m3 (CPU)     |     +-----------------+</a:t>
            </a:r>
            <a:br/>
            <a:r>
              <a:t>| 7 tools   |     | Reranker (GPU)   |</a:t>
            </a:r>
            <a:br/>
            <a:r>
              <a:t>| 32K ctx   |     | ChromaDB         |</a:t>
            </a:r>
            <a:br/>
            <a:r>
              <a:t>+-----+-----+     +------------------+</a:t>
            </a:r>
            <a:br/>
            <a:r>
              <a:t>      |</a:t>
            </a:r>
            <a:br/>
            <a:r>
              <a:t>      v</a:t>
            </a:r>
            <a:br/>
            <a:r>
              <a:t>+---------------------------+</a:t>
            </a:r>
            <a:br/>
            <a:r>
              <a:t>|   AMD W7900 (48GB GDDR6)  |</a:t>
            </a:r>
            <a:br/>
            <a:r>
              <a:t>|  vLLM: 42GB | Reranker: 1.5GB |</a:t>
            </a:r>
            <a:br/>
            <a:r>
              <a:t>+---------------------------+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Core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Repository Indexing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0" y="13716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</a:defRPr>
            </a:pPr>
            <a:r>
              <a:t>tree-sitter AST -&gt; chunk extraction -&gt; BGE-m3 embedding -&gt; ChromaDB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1488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Semantic Search + Reranking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214884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</a:defRPr>
            </a:pPr>
            <a:r>
              <a:t>Embedding top-20 (CPU) -&gt; cross-encoder top-15 (GPU &lt;0.5s)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ReAct 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</a:defRPr>
            </a:pPr>
            <a:r>
              <a:t>Multi-round reasoning (max 8 iterations) with 7 tools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033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LLM Inference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7033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</a:defRPr>
            </a:pPr>
            <a:r>
              <a:t>Qwen2.5-Coder-14B via vLLM (FP16, 32K context, streaming)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48055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Web Interface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0" y="448055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</a:defRPr>
            </a:pPr>
            <a:r>
              <a:t>FastAPI + SSE streaming + dark-theme SPA + stop/abort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25779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Privacy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5257799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E6EDF3"/>
                </a:solidFill>
              </a:defRPr>
            </a:pPr>
            <a:r>
              <a:t>127.0.0.1 only, no telemetry, verifiable with tcpdump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58A6FF"/>
                </a:solidFill>
              </a:defRPr>
            </a:pPr>
            <a:r>
              <a:t>AMD W7900 GPU Optimization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922"/>
                </a:solidFill>
              </a:defRPr>
            </a:pPr>
            <a:r>
              <a:t>GDDR6 Bandwidth Ceiling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554480"/>
            <a:ext cx="5029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6EDF3"/>
                </a:solidFill>
              </a:defRPr>
            </a:pPr>
            <a:r>
              <a:t>864 GB/s / 28GB (14B FP16)</a:t>
            </a:r>
          </a:p>
          <a:p>
            <a:pPr>
              <a:spcAft>
                <a:spcPts val="1400"/>
              </a:spcAft>
              <a:defRPr sz="1400">
                <a:solidFill>
                  <a:srgbClr val="E6EDF3"/>
                </a:solidFill>
              </a:defRPr>
            </a:pPr>
            <a:r>
              <a:t>= ~31 tok/s theoretical max</a:t>
            </a:r>
          </a:p>
          <a:p>
            <a:pPr>
              <a:spcAft>
                <a:spcPts val="1400"/>
              </a:spcAft>
              <a:defRPr sz="1400">
                <a:solidFill>
                  <a:srgbClr val="E6EDF3"/>
                </a:solidFill>
              </a:defRPr>
            </a:pPr>
            <a:r>
              <a:t>Measured: ~8 tok/s single request</a:t>
            </a:r>
          </a:p>
          <a:p>
            <a:pPr>
              <a:spcAft>
                <a:spcPts val="1400"/>
              </a:spcAft>
              <a:defRPr sz="1400">
                <a:solidFill>
                  <a:srgbClr val="E6EDF3"/>
                </a:solidFill>
              </a:defRPr>
            </a:pPr>
            <a:r>
              <a:t>Efficiency: ~27% (RDNA3 kernel + eager)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0972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</a:defRPr>
            </a:pPr>
            <a:r>
              <a:t>Benchmark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55448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>
                <a:solidFill>
                  <a:srgbClr val="E6EDF3"/>
                </a:solidFill>
              </a:defRPr>
            </a:pPr>
            <a:r>
              <a:t>Single-request: ~8 tok/s</a:t>
            </a:r>
          </a:p>
          <a:p>
            <a:pPr>
              <a:spcAft>
                <a:spcPts val="1400"/>
              </a:spcAft>
              <a:defRPr sz="1400">
                <a:solidFill>
                  <a:srgbClr val="E6EDF3"/>
                </a:solidFill>
              </a:defRPr>
            </a:pPr>
            <a:r>
              <a:t>4-way concurrent: ~27 tok/s</a:t>
            </a:r>
          </a:p>
          <a:p>
            <a:pPr>
              <a:spcAft>
                <a:spcPts val="1400"/>
              </a:spcAft>
              <a:defRPr sz="1400">
                <a:solidFill>
                  <a:srgbClr val="E6EDF3"/>
                </a:solidFill>
              </a:defRPr>
            </a:pPr>
            <a:r>
              <a:t>8-way concurrent: ~57 tok/s</a:t>
            </a:r>
          </a:p>
          <a:p>
            <a:pPr>
              <a:spcAft>
                <a:spcPts val="1400"/>
              </a:spcAft>
              <a:defRPr sz="1400">
                <a:solidFill>
                  <a:srgbClr val="E6EDF3"/>
                </a:solidFill>
              </a:defRPr>
            </a:pPr>
            <a:r>
              <a:t>TTFT: 0.26s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57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</a:defRPr>
            </a:pPr>
            <a:r>
              <a:t>Key Optimization Decisions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114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20"/>
              </a:spcAft>
              <a:defRPr sz="1400">
                <a:solidFill>
                  <a:srgbClr val="E6EDF3"/>
                </a:solidFill>
              </a:defRPr>
            </a:pPr>
            <a:r>
              <a:t>1. enforce_eager: gfx1100 HIP graph crashes. -10-20% throughput but stable.</a:t>
            </a:r>
          </a:p>
          <a:p>
            <a:pPr>
              <a:spcAft>
                <a:spcPts val="1120"/>
              </a:spcAft>
              <a:defRPr sz="1400">
                <a:solidFill>
                  <a:srgbClr val="E6EDF3"/>
                </a:solidFill>
              </a:defRPr>
            </a:pPr>
            <a:r>
              <a:t>2. FP8 unavailable: RDNA3 WMMA lacks FP8 Matrix Core. Narrative: FP16 + retrieval.</a:t>
            </a:r>
          </a:p>
          <a:p>
            <a:pPr>
              <a:spcAft>
                <a:spcPts val="1120"/>
              </a:spcAft>
              <a:defRPr sz="1400">
                <a:solidFill>
                  <a:srgbClr val="E6EDF3"/>
                </a:solidFill>
              </a:defRPr>
            </a:pPr>
            <a:r>
              <a:t>3. Reranker on GPU: &lt;0.5s/query vs 4-7s on CPU.</a:t>
            </a:r>
          </a:p>
          <a:p>
            <a:pPr>
              <a:spcAft>
                <a:spcPts val="1120"/>
              </a:spcAft>
              <a:defRPr sz="1400">
                <a:solidFill>
                  <a:srgbClr val="E6EDF3"/>
                </a:solidFill>
              </a:defRPr>
            </a:pPr>
            <a:r>
              <a:t>4. Embedding on CPU: avoids VRAM contention with vLLM's 42GB.</a:t>
            </a:r>
          </a:p>
          <a:p>
            <a:pPr>
              <a:spcAft>
                <a:spcPts val="1120"/>
              </a:spcAft>
              <a:defRPr sz="1400">
                <a:solidFill>
                  <a:srgbClr val="E6EDF3"/>
                </a:solidFill>
              </a:defRPr>
            </a:pPr>
            <a:r>
              <a:t>5. ROCm stability vars: HSA_ENABLE_SDMA=0, AMD_SERIALIZE_KERNEL=3.</a:t>
            </a:r>
          </a:p>
          <a:p>
            <a:pPr>
              <a:spcAft>
                <a:spcPts val="1120"/>
              </a:spcAft>
              <a:defRPr sz="1400">
                <a:solidFill>
                  <a:srgbClr val="E6EDF3"/>
                </a:solidFill>
              </a:defRPr>
            </a:pPr>
            <a:r>
              <a:t>6. flash-attn removal: CUDA-compiled package breaks vLLM on ROCm.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58A6FF"/>
                </a:solidFill>
              </a:defRPr>
            </a:pPr>
            <a:r>
              <a:t>GPU Memory Budget (48GB)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60"/>
              </a:spcAft>
              <a:defRPr sz="1600">
                <a:solidFill>
                  <a:srgbClr val="E6EDF3"/>
                </a:solidFill>
              </a:defRPr>
            </a:pPr>
            <a:r>
              <a:t>Process 1: vLLM (gpu_memory_utilization=0.88)  ~42 GB</a:t>
            </a:r>
          </a:p>
          <a:p>
            <a:pPr>
              <a:spcAft>
                <a:spcPts val="960"/>
              </a:spcAft>
              <a:defRPr sz="1600">
                <a:solidFill>
                  <a:srgbClr val="E6EDF3"/>
                </a:solidFill>
              </a:defRPr>
            </a:pPr>
            <a:r>
              <a:t>    Model weights (14B FP16):          28 GB</a:t>
            </a:r>
          </a:p>
          <a:p>
            <a:pPr>
              <a:spcAft>
                <a:spcPts val="960"/>
              </a:spcAft>
              <a:defRPr sz="1600">
                <a:solidFill>
                  <a:srgbClr val="E6EDF3"/>
                </a:solidFill>
              </a:defRPr>
            </a:pPr>
            <a:r>
              <a:t>    PyTorch runtime:                    2 GB</a:t>
            </a:r>
          </a:p>
          <a:p>
            <a:pPr>
              <a:spcAft>
                <a:spcPts val="960"/>
              </a:spcAft>
              <a:defRPr sz="1600">
                <a:solidFill>
                  <a:srgbClr val="E6EDF3"/>
                </a:solidFill>
              </a:defRPr>
            </a:pPr>
            <a:r>
              <a:t>    KV cache pool (32K support):       12 GB</a:t>
            </a:r>
          </a:p>
          <a:p>
            <a:pPr>
              <a:spcAft>
                <a:spcPts val="960"/>
              </a:spcAft>
              <a:defRPr sz="1600">
                <a:solidFill>
                  <a:srgbClr val="E6EDF3"/>
                </a:solidFill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E6EDF3"/>
                </a:solidFill>
              </a:defRPr>
            </a:pPr>
            <a:r>
              <a:t>Process 2: Reranker (separate process)   ~1.5 GB</a:t>
            </a:r>
          </a:p>
          <a:p>
            <a:pPr>
              <a:spcAft>
                <a:spcPts val="960"/>
              </a:spcAft>
              <a:defRPr sz="1600">
                <a:solidFill>
                  <a:srgbClr val="E6EDF3"/>
                </a:solidFill>
              </a:defRPr>
            </a:pPr>
            <a:r>
              <a:t>    bge-reranker-v2-m3 model:          0.6 GB</a:t>
            </a:r>
          </a:p>
          <a:p>
            <a:pPr>
              <a:spcAft>
                <a:spcPts val="960"/>
              </a:spcAft>
              <a:defRPr sz="1600">
                <a:solidFill>
                  <a:srgbClr val="E6EDF3"/>
                </a:solidFill>
              </a:defRPr>
            </a:pPr>
            <a:r>
              <a:t>    HIP context + allocator:           0.9 GB</a:t>
            </a:r>
          </a:p>
          <a:p>
            <a:pPr>
              <a:spcAft>
                <a:spcPts val="960"/>
              </a:spcAft>
              <a:defRPr sz="1600">
                <a:solidFill>
                  <a:srgbClr val="E6EDF3"/>
                </a:solidFill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E6EDF3"/>
                </a:solidFill>
              </a:defRPr>
            </a:pPr>
            <a:r>
              <a:t>Total: ~43.7 GB / 48 GB (91%)</a:t>
            </a:r>
          </a:p>
          <a:p>
            <a:pPr>
              <a:spcAft>
                <a:spcPts val="960"/>
              </a:spcAft>
              <a:defRPr sz="1600">
                <a:solidFill>
                  <a:srgbClr val="E6EDF3"/>
                </a:solidFill>
              </a:defRPr>
            </a:pPr>
            <a:r>
              <a:t>Remaining: ~4.3 GB</a:t>
            </a:r>
          </a:p>
          <a:p>
            <a:pPr>
              <a:spcAft>
                <a:spcPts val="960"/>
              </a:spcAft>
              <a:defRPr sz="1600">
                <a:solidFill>
                  <a:srgbClr val="E6EDF3"/>
                </a:solidFill>
              </a:defRPr>
            </a:pPr>
          </a:p>
          <a:p>
            <a:pPr>
              <a:spcAft>
                <a:spcPts val="960"/>
              </a:spcAft>
              <a:defRPr sz="1600">
                <a:solidFill>
                  <a:srgbClr val="E6EDF3"/>
                </a:solidFill>
              </a:defRPr>
            </a:pPr>
            <a:r>
              <a:t>KV cache per token (FP16): 192 KB</a:t>
            </a:r>
          </a:p>
          <a:p>
            <a:pPr>
              <a:spcAft>
                <a:spcPts val="960"/>
              </a:spcAft>
              <a:defRPr sz="1600">
                <a:solidFill>
                  <a:srgbClr val="E6EDF3"/>
                </a:solidFill>
              </a:defRPr>
            </a:pPr>
            <a:r>
              <a:t>Single 32K sequence: ~6.0 GB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58A6FF"/>
                </a:solidFill>
              </a:defRPr>
            </a:pPr>
            <a:r>
              <a:t>Agent ReAct Loop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9D1D9"/>
                </a:solidFill>
              </a:defRPr>
            </a:pPr>
            <a:r>
              <a:t>User Query</a:t>
            </a:r>
            <a:br/>
            <a:r>
              <a:t>    |</a:t>
            </a:r>
            <a:br/>
            <a:r>
              <a:t>    v</a:t>
            </a:r>
            <a:br/>
            <a:r>
              <a:t>+-------------------+</a:t>
            </a:r>
            <a:br/>
            <a:r>
              <a:t>| Context Builder   |  system prompt + repo tree + history (32K budget)</a:t>
            </a:r>
            <a:br/>
            <a:r>
              <a:t>+--------+----------+</a:t>
            </a:r>
            <a:br/>
            <a:r>
              <a:t>         |</a:t>
            </a:r>
            <a:br/>
            <a:r>
              <a:t>    +----v------------------+</a:t>
            </a:r>
            <a:br/>
            <a:r>
              <a:t>    | Iteration 1..8        |</a:t>
            </a:r>
            <a:br/>
            <a:r>
              <a:t>    |                       |</a:t>
            </a:r>
            <a:br/>
            <a:r>
              <a:t>    | 1. Stream LLM output  |</a:t>
            </a:r>
            <a:br/>
            <a:r>
              <a:t>    | 2. Parse tool calls   |  &lt;- text-based (bypasses hermes parser)</a:t>
            </a:r>
            <a:br/>
            <a:r>
              <a:t>    | 3. If tool calls:     |</a:t>
            </a:r>
            <a:br/>
            <a:r>
              <a:t>    |    a. Execute tool    |</a:t>
            </a:r>
            <a:br/>
            <a:r>
              <a:t>    |    b. Feed results    |</a:t>
            </a:r>
            <a:br/>
            <a:r>
              <a:t>    |    c. Next iteration  |</a:t>
            </a:r>
            <a:br/>
            <a:r>
              <a:t>    | 4. If no calls:       |</a:t>
            </a:r>
            <a:br/>
            <a:r>
              <a:t>    |    -&gt; Final answer    |</a:t>
            </a:r>
            <a:br/>
            <a:r>
              <a:t>    +-----------------------+</a:t>
            </a:r>
            <a:br/>
            <a:br/>
            <a:r>
              <a:t>7 Tools:</a:t>
            </a:r>
            <a:br/>
            <a:r>
              <a:t>  search_code (semantic + GPU rerank)</a:t>
            </a:r>
            <a:br/>
            <a:r>
              <a:t>  grep_code (ripgrep exact/regex)</a:t>
            </a:r>
            <a:br/>
            <a:r>
              <a:t>  read_file (line-range reads)</a:t>
            </a:r>
            <a:br/>
            <a:r>
              <a:t>  get_symbols (tree-sitter AST)</a:t>
            </a:r>
            <a:br/>
            <a:r>
              <a:t>  find_references (heuristic lookup)</a:t>
            </a:r>
            <a:br/>
            <a:r>
              <a:t>  list_directory</a:t>
            </a:r>
            <a:br/>
            <a:r>
              <a:t>  run_tests (disabled by default)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Application Scenarios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New Developer Onboarding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0" y="137160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</a:defRPr>
            </a:pPr>
            <a:r>
              <a:t>Understand codebase architecture, navigate structure,</a:t>
            </a:r>
            <a:br/>
            <a:r>
              <a:t>locate entry points and core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Bug Localization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0" y="237744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</a:defRPr>
            </a:pPr>
            <a:r>
              <a:t>Trace root causes across multiple files,</a:t>
            </a:r>
            <a:br/>
            <a:r>
              <a:t>identify the exact line, suggest fixes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3832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Cross-File Impact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0" y="338328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</a:defRPr>
            </a:pPr>
            <a:r>
              <a:t>Find all references, trace dependency chains,</a:t>
            </a:r>
            <a:br/>
            <a:r>
              <a:t>predict what breaks if you change 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3891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Security Audit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0" y="43891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</a:defRPr>
            </a:pPr>
            <a:r>
              <a:t>Locate access controls, identify injection risks,</a:t>
            </a:r>
            <a:br/>
            <a:r>
              <a:t>verify privacy boundaries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58A6FF"/>
                </a:solidFill>
              </a:defRPr>
            </a:pPr>
            <a:r>
              <a:t>Code Review Assistance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0" y="539496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E6EDF3"/>
                </a:solidFill>
              </a:defRPr>
            </a:pPr>
            <a:r>
              <a:t>Analyze diffs, identify risks,</a:t>
            </a:r>
            <a:br/>
            <a:r>
              <a:t>suggest improvements based on patterns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Privacy &amp; Security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</a:defRPr>
            </a:pPr>
            <a:r>
              <a:t>Network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E6EDF3"/>
                </a:solidFill>
              </a:defRPr>
            </a:pPr>
            <a:r>
              <a:t>- API binds 127.0.0.1 (loopback only)</a:t>
            </a:r>
          </a:p>
          <a:p>
            <a:pPr>
              <a:spcAft>
                <a:spcPts val="1500"/>
              </a:spcAft>
              <a:defRPr sz="1500">
                <a:solidFill>
                  <a:srgbClr val="E6EDF3"/>
                </a:solidFill>
              </a:defRPr>
            </a:pPr>
            <a:r>
              <a:t>- No inbound from external machines</a:t>
            </a:r>
          </a:p>
          <a:p>
            <a:pPr>
              <a:spcAft>
                <a:spcPts val="1500"/>
              </a:spcAft>
              <a:defRPr sz="1500">
                <a:solidFill>
                  <a:srgbClr val="E6EDF3"/>
                </a:solidFill>
              </a:defRPr>
            </a:pPr>
            <a:r>
              <a:t>- No outbound to any service</a:t>
            </a:r>
          </a:p>
          <a:p>
            <a:pPr>
              <a:spcAft>
                <a:spcPts val="1500"/>
              </a:spcAft>
              <a:defRPr sz="1500">
                <a:solidFill>
                  <a:srgbClr val="E6EDF3"/>
                </a:solidFill>
              </a:defRPr>
            </a:pPr>
            <a:r>
              <a:t>- Verifiable: tcpdump = zero traffic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3716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</a:defRPr>
            </a:pPr>
            <a:r>
              <a:t>File Access Control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8288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E6EDF3"/>
                </a:solidFill>
              </a:defRPr>
            </a:pPr>
            <a:r>
              <a:t>- Agent reads only within repo root</a:t>
            </a:r>
          </a:p>
          <a:p>
            <a:pPr>
              <a:spcAft>
                <a:spcPts val="1500"/>
              </a:spcAft>
              <a:defRPr sz="1500">
                <a:solidFill>
                  <a:srgbClr val="E6EDF3"/>
                </a:solidFill>
              </a:defRPr>
            </a:pPr>
            <a:r>
              <a:t>- Path traversal prevention</a:t>
            </a:r>
          </a:p>
          <a:p>
            <a:pPr>
              <a:spcAft>
                <a:spcPts val="1500"/>
              </a:spcAft>
              <a:defRPr sz="1500">
                <a:solidFill>
                  <a:srgbClr val="E6EDF3"/>
                </a:solidFill>
              </a:defRPr>
            </a:pPr>
            <a:r>
              <a:t>- Sensitive files excluded: .env, .key, .pem</a:t>
            </a:r>
          </a:p>
          <a:p>
            <a:pPr>
              <a:spcAft>
                <a:spcPts val="1500"/>
              </a:spcAft>
              <a:defRPr sz="1500">
                <a:solidFill>
                  <a:srgbClr val="E6EDF3"/>
                </a:solidFill>
              </a:defRPr>
            </a:pPr>
            <a:r>
              <a:t>- All tools read-only (except run_tests)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922"/>
                </a:solidFill>
              </a:defRPr>
            </a:pPr>
            <a:r>
              <a:t>Command Execution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572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E6EDF3"/>
                </a:solidFill>
              </a:defRPr>
            </a:pPr>
            <a:r>
              <a:t>- run_tests disabled by default</a:t>
            </a:r>
          </a:p>
          <a:p>
            <a:pPr>
              <a:spcAft>
                <a:spcPts val="1500"/>
              </a:spcAft>
              <a:defRPr sz="1500">
                <a:solidFill>
                  <a:srgbClr val="E6EDF3"/>
                </a:solidFill>
              </a:defRPr>
            </a:pPr>
            <a:r>
              <a:t>- pytest collection = arbitrary code execution</a:t>
            </a:r>
          </a:p>
          <a:p>
            <a:pPr>
              <a:spcAft>
                <a:spcPts val="1500"/>
              </a:spcAft>
              <a:defRPr sz="1500">
                <a:solidFill>
                  <a:srgbClr val="E6EDF3"/>
                </a:solidFill>
              </a:defRPr>
            </a:pPr>
            <a:r>
              <a:t>- Only for trusted repositories</a:t>
            </a:r>
          </a:p>
          <a:p>
            <a:pPr>
              <a:spcAft>
                <a:spcPts val="1500"/>
              </a:spcAft>
              <a:defRPr sz="1500">
                <a:solidFill>
                  <a:srgbClr val="E6EDF3"/>
                </a:solidFill>
              </a:defRPr>
            </a:pPr>
            <a:r>
              <a:t>- Timeout enforced (60s)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</a:defRPr>
            </a:pPr>
            <a:r>
              <a:t>Session Privacy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4572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500"/>
              </a:spcAft>
              <a:defRPr sz="1500">
                <a:solidFill>
                  <a:srgbClr val="E6EDF3"/>
                </a:solidFill>
              </a:defRPr>
            </a:pPr>
            <a:r>
              <a:t>- Conversations stored locally as JSON</a:t>
            </a:r>
          </a:p>
          <a:p>
            <a:pPr>
              <a:spcAft>
                <a:spcPts val="1500"/>
              </a:spcAft>
              <a:defRPr sz="1500">
                <a:solidFill>
                  <a:srgbClr val="E6EDF3"/>
                </a:solidFill>
              </a:defRPr>
            </a:pPr>
            <a:r>
              <a:t>- No cloud sync, no telemetry</a:t>
            </a:r>
          </a:p>
          <a:p>
            <a:pPr>
              <a:spcAft>
                <a:spcPts val="1500"/>
              </a:spcAft>
              <a:defRPr sz="1500">
                <a:solidFill>
                  <a:srgbClr val="E6EDF3"/>
                </a:solidFill>
              </a:defRPr>
            </a:pPr>
            <a:r>
              <a:t>- Delete anytime</a:t>
            </a:r>
          </a:p>
          <a:p>
            <a:pPr>
              <a:spcAft>
                <a:spcPts val="1500"/>
              </a:spcAft>
              <a:defRPr sz="1500">
                <a:solidFill>
                  <a:srgbClr val="E6EDF3"/>
                </a:solidFill>
              </a:defRPr>
            </a:pPr>
            <a:r>
              <a:t>- Never transmitted over network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Technology Stack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GPU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AMD Radeon PRO W7900 (RDNA3/gfx1100, 48GB GDDR6)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0" y="1371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Compute Stack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0" y="1371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ROCm 7.2.1 + PyTorch 2.9 + vLLM 0.16.0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LLM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Qwen2.5-Coder-14B-Instruct (FP16, ~28GB)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8288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Embedding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0" y="18288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BAAI/bge-m3 (CPU, ~2.4GB)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Reranker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BAAI/bge-reranker-v2-m3 (GPU, ~0.6GB)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2860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AST Parsing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286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tree-sitter + tree-sitter-python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Vector Store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ChromaDB (cosine similarity)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743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Search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27432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ripgrep (grep_code tool)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Web Framework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FastAPI + Uvicorn + SSE streaming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0" y="3200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Frontend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2004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Vanilla HTML/CSS/JS + highlight.js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Language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Python 3.10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0" y="3657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58A6FF"/>
                </a:solidFill>
              </a:defRPr>
            </a:pPr>
            <a:r>
              <a:t>Deployment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36576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E6EDF3"/>
                </a:solidFill>
              </a:defRPr>
            </a:pPr>
            <a:r>
              <a:t>Docker (Dockerfile + docker-compose)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58A6FF"/>
                </a:solidFill>
              </a:defRPr>
            </a:pPr>
            <a:r>
              <a:t>Demo &amp;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FB950"/>
                </a:solidFill>
              </a:defRPr>
            </a:pPr>
            <a:r>
              <a:t>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EDF3"/>
                </a:solidFill>
              </a:defRPr>
            </a:pPr>
            <a:r>
              <a:t>1. Index a Python codebase (~33 files, 236 chunks, ~160s on CPU)</a:t>
            </a:r>
          </a:p>
          <a:p>
            <a:pPr>
              <a:spcAft>
                <a:spcPts val="1200"/>
              </a:spcAft>
              <a:defRPr sz="1500">
                <a:solidFill>
                  <a:srgbClr val="E6EDF3"/>
                </a:solidFill>
              </a:defRPr>
            </a:pPr>
            <a:r>
              <a:t>2. Ask: 'What does AgentEngine do?'</a:t>
            </a:r>
          </a:p>
          <a:p>
            <a:pPr>
              <a:spcAft>
                <a:spcPts val="1200"/>
              </a:spcAft>
              <a:defRPr sz="1500">
                <a:solidFill>
                  <a:srgbClr val="E6EDF3"/>
                </a:solidFill>
              </a:defRPr>
            </a:pPr>
            <a:r>
              <a:t>    -&gt; Agent calls search_code -&gt; reads results -&gt; answers in user's language</a:t>
            </a:r>
          </a:p>
          <a:p>
            <a:pPr>
              <a:spcAft>
                <a:spcPts val="1200"/>
              </a:spcAft>
              <a:defRPr sz="1500">
                <a:solidFill>
                  <a:srgbClr val="E6EDF3"/>
                </a:solidFill>
              </a:defRPr>
            </a:pPr>
            <a:r>
              <a:t>3. Ask: 'How is file access secured?'</a:t>
            </a:r>
          </a:p>
          <a:p>
            <a:pPr>
              <a:spcAft>
                <a:spcPts val="1200"/>
              </a:spcAft>
              <a:defRPr sz="1500">
                <a:solidFill>
                  <a:srgbClr val="E6EDF3"/>
                </a:solidFill>
              </a:defRPr>
            </a:pPr>
            <a:r>
              <a:t>    -&gt; Agent calls search_code + grep_code -&gt; cites specific line numbers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29922"/>
                </a:solidFill>
              </a:defRPr>
            </a:pPr>
            <a:r>
              <a:t>Benchmark Highlights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45720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500">
                <a:solidFill>
                  <a:srgbClr val="E6EDF3"/>
                </a:solidFill>
              </a:defRPr>
            </a:pPr>
            <a:r>
              <a:t>8 tok/s single request</a:t>
            </a:r>
          </a:p>
          <a:p>
            <a:pPr>
              <a:spcAft>
                <a:spcPts val="1200"/>
              </a:spcAft>
              <a:defRPr sz="1500">
                <a:solidFill>
                  <a:srgbClr val="E6EDF3"/>
                </a:solidFill>
              </a:defRPr>
            </a:pPr>
            <a:r>
              <a:t>57 tok/s at 8-way concurrent</a:t>
            </a:r>
          </a:p>
          <a:p>
            <a:pPr>
              <a:spcAft>
                <a:spcPts val="1200"/>
              </a:spcAft>
              <a:defRPr sz="1500">
                <a:solidFill>
                  <a:srgbClr val="E6EDF3"/>
                </a:solidFill>
              </a:defRPr>
            </a:pPr>
            <a:r>
              <a:t>0.26s time to first token</a:t>
            </a:r>
          </a:p>
          <a:p>
            <a:pPr>
              <a:spcAft>
                <a:spcPts val="1200"/>
              </a:spcAft>
              <a:defRPr sz="1500">
                <a:solidFill>
                  <a:srgbClr val="E6EDF3"/>
                </a:solidFill>
              </a:defRPr>
            </a:pPr>
            <a:r>
              <a:t>32K context window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41148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58A6FF"/>
                </a:solidFill>
              </a:defRPr>
            </a:pPr>
            <a:r>
              <a:t>Demo Video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4572000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58A6FF"/>
                </a:solidFill>
              </a:defRPr>
            </a:pPr>
            <a:r>
              <a:t>https://pan.xitingit.top/hackathonVideo.mp4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22860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58A6FF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6EDF3"/>
                </a:solidFill>
              </a:defRPr>
            </a:pPr>
            <a:r>
              <a:t>RepositoryAnalysisAgent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114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B949E"/>
                </a:solidFill>
              </a:defRPr>
            </a:pPr>
            <a:r>
              <a:t>AMD Pervasive AI Developer Contest - Track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45720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58A6FF"/>
                </a:solidFill>
              </a:defRPr>
            </a:pPr>
            <a:r>
              <a:t>Suosuo Guan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B949E"/>
                </a:solidFill>
              </a:defRPr>
            </a:pPr>
            <a:r>
              <a:t>github.com/xiting-it/Radeon-hackathon-2026-07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