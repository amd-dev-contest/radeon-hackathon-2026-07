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SpatialForge 3D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photo or a sentence in. An interactive 3D asset and turntable video out.</a:t>
            </a:r>
            <a:endParaRPr lang="en-US" sz="19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inference stage local on AMD Radeon + ROCm.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AMD AI DevMaster Hackathon 2026    |    Track 1: Multimodal Content Creation Tools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gfx1100  ·  ROCm 7.2.1  ·  PyTorch 2.9.1  ·  zero cloud APIs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assets are the bottleneck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1907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Hours per asset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171907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single game prop or product model means modelling, UV work and texturing, or a paid scan.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22783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Cloud lock-in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0" y="322783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Accessible AI tools route images and prompts through third-party APIs. Unreleased product imagery leaves the building.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572000"/>
            <a:ext cx="10698480" cy="1280160"/>
          </a:xfrm>
          <a:prstGeom prst="roundRect">
            <a:avLst>
              <a:gd name="adj" fmla="val 5714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73659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CUDA lock-in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0" y="4736592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open-source 3D generation stack assumes NVIDIA. Radeon owners are locked out by two or three dependencies, not by the models.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SpatialForge does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Image → 3D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5156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Upload a photograph, receive an engine-ready .glb mesh.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63640" y="1600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4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→ 3D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377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SDXL-Turbo generates the conditioning image in 4 steps, then the same pipeline runs.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" y="3886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3D → Video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5156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built-in software renderer produces a lit 640p turntable MP4. No OpenGL required.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3886200"/>
            <a:ext cx="5166360" cy="1965960"/>
          </a:xfrm>
          <a:prstGeom prst="roundRect">
            <a:avLst>
              <a:gd name="adj" fmla="val 3721"/>
            </a:avLst>
          </a:prstGeom>
          <a:solidFill>
            <a:srgbClr val="F4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telemetry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83680" y="46634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generation reports per-stage timings, peak VRAM and mesh statistics, measured, not estimated.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31520" y="61722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Track 1 tasks covered: text-to-image  ·  image-to-video  ·  text-to-video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 tool, two deliberate modes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4F4F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TripoSR transformer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8346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2.8 s end to end, mean of 14 assets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Vertex-coloured output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1051 ms GPU inference via AOTriton attention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2.39 GB peak VRAM, identical on every asset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failures in the 14-asset benchmark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4F4F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8368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TripoSG rectified flow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505³ sampling grid, ~34 s GPU synthesis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Dramatically higher geometric fidelity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CPU post: Taubin smoothing, quadric decimation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Optional photo projection for real surface colour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19.5 GB peak VRAM of 48 GB, 41%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speed/fidelity tradeoff is a user-facing choice, not a hidden compromise.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4F4F6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19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 prompt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029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SDXL-Turbo, 4 steps, GPU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4F4F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163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27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u2net / BriaRMBG background removal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0" y="164592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F4F4F6"/>
          </a:solidFill>
          <a:ln/>
        </p:spPr>
      </p:sp>
      <p:sp>
        <p:nvSpPr>
          <p:cNvPr id="10" name="Text 8"/>
          <p:cNvSpPr/>
          <p:nvPr/>
        </p:nvSpPr>
        <p:spPr>
          <a:xfrm>
            <a:off x="3794760" y="17190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FAST: TripoSR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transformer, GPU, AOTriton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2743200"/>
            <a:ext cx="3108960" cy="822960"/>
          </a:xfrm>
          <a:prstGeom prst="roundRect">
            <a:avLst>
              <a:gd name="adj" fmla="val 6667"/>
            </a:avLst>
          </a:prstGeom>
          <a:solidFill>
            <a:srgbClr val="F4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8163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QUALITY: TripoSG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31272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rectified flow, 50 steps, fp16, GPU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840480"/>
            <a:ext cx="3108960" cy="1051560"/>
          </a:xfrm>
          <a:prstGeom prst="roundRect">
            <a:avLst>
              <a:gd name="adj" fmla="val 5217"/>
            </a:avLst>
          </a:prstGeom>
          <a:solidFill>
            <a:srgbClr val="F4F4F6"/>
          </a:solidFill>
          <a:ln/>
        </p:spPr>
      </p:sp>
      <p:sp>
        <p:nvSpPr>
          <p:cNvPr id="16" name="Text 14"/>
          <p:cNvSpPr/>
          <p:nvPr/>
        </p:nvSpPr>
        <p:spPr>
          <a:xfrm>
            <a:off x="379476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Geometry post (CPU)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94760" y="42245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marching cubes · Taubin · quadric decimation · photo projection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98080" y="2194560"/>
            <a:ext cx="3931920" cy="1828800"/>
          </a:xfrm>
          <a:prstGeom prst="roundRect">
            <a:avLst>
              <a:gd name="adj" fmla="val 3000"/>
            </a:avLst>
          </a:prstGeom>
          <a:solidFill>
            <a:srgbClr val="141418"/>
          </a:solidFill>
          <a:ln/>
        </p:spPr>
      </p:sp>
      <p:sp>
        <p:nvSpPr>
          <p:cNvPr id="19" name="Text 17"/>
          <p:cNvSpPr/>
          <p:nvPr/>
        </p:nvSpPr>
        <p:spPr>
          <a:xfrm>
            <a:off x="7635240" y="22677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35240" y="257860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.glb mesh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turntable MP4, software rasteriser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live ROCm telemetry panel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632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12280" y="2651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102E"/>
                </a:solidFill>
              </a:rPr>
              <a:t>→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four models resident in VRAM simultaneously. Load cost paid once at startup: TripoSR 19.5 s, TripoSG 2.4 s warm.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Models: TripoSR (MIT) · TripoSG (MIT) · SDXL-Turbo (Stability Community) · u2net (Apache-2.0) · RMBG-1.4 (non-commercial, swappable)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ROCm work: two CUDA walls, both cleared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02028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6916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diso (TripoSG)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749040" y="16916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Differentiable marching cubes, #include &lt;cuda_runtime.h&gt;. Cannot build on HIP.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223760" y="16916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Replaced with scikit-image marching cubes on CPU, preserving coordinate rescaling. Transformer and VAE stay on the Radeon GPU. 439 ms at 505³.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0202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2918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torchmcubes (TripoSR)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749040" y="32918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Builds on HIP but ships no compiled kernels for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32918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Automatic CPU fallback, measured at 1.3 s. Flagged as the clearest HIP porting opportunity for the ecosystem.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754880"/>
            <a:ext cx="10698480" cy="1371600"/>
          </a:xfrm>
          <a:prstGeom prst="roundRect">
            <a:avLst>
              <a:gd name="adj" fmla="val 5333"/>
            </a:avLst>
          </a:prstGeom>
          <a:solidFill>
            <a:srgbClr val="2020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89204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cupy-cuda12x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48920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Preinstalled CUDA package, breaks rembg on AMD via pymatting.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23760" y="489204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Removed; pymatting falls back to its numpy path.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Measured, never estimated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10698480" cy="420624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50876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Fast mode, mean of 14 assets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929384"/>
            <a:ext cx="10698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938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TripoSR GPU inference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95360" y="19293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1051 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50008"/>
            <a:ext cx="10698480" cy="420624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35000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0" y="235000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2816 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70632"/>
            <a:ext cx="10698480" cy="420624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7063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 VRAM, every asset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95360" y="277063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2.39 GB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91256"/>
            <a:ext cx="10698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19125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Failures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95360" y="319125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/ 14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10698480" cy="420624"/>
          </a:xfrm>
          <a:prstGeom prst="rect">
            <a:avLst/>
          </a:prstGeom>
          <a:solidFill>
            <a:srgbClr val="141418"/>
          </a:solidFill>
          <a:ln/>
        </p:spPr>
      </p:sp>
      <p:sp>
        <p:nvSpPr>
          <p:cNvPr id="18" name="Text 16"/>
          <p:cNvSpPr/>
          <p:nvPr/>
        </p:nvSpPr>
        <p:spPr>
          <a:xfrm>
            <a:off x="960120" y="361188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Quality mode, clay chair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032504"/>
            <a:ext cx="10698480" cy="420624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403250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TripoSG rectified flow, 50 steps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0" y="40325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33.8 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4453128"/>
            <a:ext cx="10698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45312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Marching cubes, ROCm patch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445312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439 ms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31520" y="4873752"/>
            <a:ext cx="10698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87375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Turntable render, 90 frames 640p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0" y="48737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50.7 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5294376"/>
            <a:ext cx="10698480" cy="420624"/>
          </a:xfrm>
          <a:prstGeom prst="rect">
            <a:avLst/>
          </a:prstGeom>
          <a:solidFill>
            <a:srgbClr val="F4F4F6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29437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 to end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0" y="529437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119.9 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31520" y="5715000"/>
            <a:ext cx="10698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571500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Peak VRAM, all models resident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95360" y="571500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19.5 GB / 48 GB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31520" y="6272784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B5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torch.cuda.synchronize() around every stage. Same telemetry shown live in the UI on each generation.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Known limits, stated plainly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Single-view reconstruction infers unseen surfaces; the back is plausible, not measured.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Photo projection covers the visible 20–30% of vertices; the rest uses model-predicted colour.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Vertex colours, not baked UV textures; finest detail is bounded by vertex density.</a:t>
            </a:r>
            <a:endParaRPr lang="en-US" sz="1500" dirty="0"/>
          </a:p>
          <a:p>
            <a:pPr marL="342900" indent="-342900">
              <a:lnSpc>
                <a:spcPts val="21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Marching cubes and decimation run on CPU today. Both are HIP-portable, and porting them is the clearest upstream contribution this project surfaced.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114800"/>
            <a:ext cx="10698480" cy="1920240"/>
          </a:xfrm>
          <a:prstGeom prst="roundRect">
            <a:avLst>
              <a:gd name="adj" fmla="val 3810"/>
            </a:avLst>
          </a:prstGeom>
          <a:solidFill>
            <a:srgbClr val="202028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43434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SpatialForge 3D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489204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complete text-and-image to 3D-and-video workflow, running entirely on AMD Radeon.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EDEDF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Two modes, honest telemetry, reproducible from the README on the same Radeon Cloud image.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2026-08-06T03:17:37Z</dcterms:created>
  <dcterms:modified xsi:type="dcterms:W3CDTF">2026-08-06T03:17:37Z</dcterms:modified>
</cp:coreProperties>
</file>