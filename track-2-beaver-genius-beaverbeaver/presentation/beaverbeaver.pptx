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59" r:id="rId4"/>
    <p:sldId id="258" r:id="rId5"/>
    <p:sldId id="260" r:id="rId6"/>
    <p:sldId id="265" r:id="rId7"/>
    <p:sldId id="256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5.xml"/><Relationship Id="rId3" Type="http://schemas.openxmlformats.org/officeDocument/2006/relationships/image" Target="../media/image1.pn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68.xml"/><Relationship Id="rId3" Type="http://schemas.openxmlformats.org/officeDocument/2006/relationships/image" Target="../media/image2.pn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1.xml"/><Relationship Id="rId3" Type="http://schemas.openxmlformats.org/officeDocument/2006/relationships/image" Target="../media/image3.pn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4.xml"/><Relationship Id="rId3" Type="http://schemas.openxmlformats.org/officeDocument/2006/relationships/image" Target="../media/image4.png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77.xml"/><Relationship Id="rId3" Type="http://schemas.openxmlformats.org/officeDocument/2006/relationships/image" Target="../media/image5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0.xml"/><Relationship Id="rId3" Type="http://schemas.openxmlformats.org/officeDocument/2006/relationships/image" Target="../media/image6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3.xml"/><Relationship Id="rId3" Type="http://schemas.openxmlformats.org/officeDocument/2006/relationships/image" Target="../media/image7.png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6.xml"/><Relationship Id="rId3" Type="http://schemas.openxmlformats.org/officeDocument/2006/relationships/image" Target="../media/image8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89.xml"/><Relationship Id="rId3" Type="http://schemas.openxmlformats.org/officeDocument/2006/relationships/image" Target="../media/image9.pn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tags" Target="../tags/tag92.xml"/><Relationship Id="rId3" Type="http://schemas.openxmlformats.org/officeDocument/2006/relationships/image" Target="../media/image10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3" name="图片 12" descr="20260806-1747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1" name="图片 10" descr="20260806-1747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2" name="图片 11" descr="20260806-1747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" name="图片 9" descr="20260806-17473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20260806-17470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20260806-1746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9" name="图片 8" descr="20260806-17473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8" name="图片 7" descr="20260806-1747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7" name="图片 6" descr="20260806-1747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6" name="图片 5" descr="20260806-1747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5" y="0"/>
            <a:ext cx="12185015" cy="6858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演示</Application>
  <PresentationFormat>宽屏</PresentationFormat>
  <Paragraphs>0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PREDATOR－X</cp:lastModifiedBy>
  <cp:revision>157</cp:revision>
  <dcterms:created xsi:type="dcterms:W3CDTF">2019-06-19T02:08:00Z</dcterms:created>
  <dcterms:modified xsi:type="dcterms:W3CDTF">2026-08-06T09:54:17Z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6FC33EF9B50544F7A6DB5060091E60A6_11</vt:lpwstr>
  </property>
</Properties>
</file>