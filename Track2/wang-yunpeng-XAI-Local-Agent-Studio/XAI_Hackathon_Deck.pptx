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43200"/>
            <a:ext cx="228600" cy="146304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28600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XAI Local Agent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461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DD6C4"/>
                </a:solidFill>
                <a:latin typeface="Calibri"/>
              </a:rPr>
              <a:t>Private Multi-Agent OS — 100% on AMD Radeon (ROCm)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84632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6EAF0"/>
                </a:solidFill>
                <a:latin typeface="Calibri"/>
              </a:rPr>
              <a:t>A local-first agent studio: visual canvas + multi-agent room + governance,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6EAF0"/>
                </a:solidFill>
                <a:latin typeface="Calibri"/>
              </a:rPr>
              <a:t>running private inference on your own GPU. No data leaves the machine.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03504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3B2"/>
                </a:solidFill>
                <a:latin typeface="Calibri"/>
              </a:rPr>
              <a:t>Team wang yunpeng  ·  Track 2: Agentic AI  ·  Submission 2026-08-06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DD6C4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gap: agents are smart but not trustworthy or self-improving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6EAF0"/>
                </a:solidFill>
                <a:latin typeface="Calibri"/>
              </a:rPr>
              <a:t>• Memory is flat or lost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Most agents forget between sessions or store one undifferentiated vector pool — failures repeat.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6EAF0"/>
                </a:solidFill>
                <a:latin typeface="Calibri"/>
              </a:rPr>
              <a:t>• Safety is binary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Agents with shell power are either fully open or fully blocked by human clicks. No graded gate.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6EAF0"/>
                </a:solidFill>
                <a:latin typeface="Calibri"/>
              </a:rPr>
              <a:t>• Self-verification is biased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An agent that writes and grades its own work tends to report success it cannot prove.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6EAF0"/>
                </a:solidFill>
                <a:latin typeface="Calibri"/>
              </a:rPr>
              <a:t>• No self-improvement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Static prompts; the system never evolves its own skills between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XAI Local Agent Studio  ·  Track 2  ·  AMD AI DevMaster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DD6C4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Architecture — single-direction control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474720" cy="914400"/>
          </a:xfrm>
          <a:prstGeom prst="rect">
            <a:avLst/>
          </a:prstGeom>
          <a:solidFill>
            <a:srgbClr val="141A24"/>
          </a:solidFill>
          <a:ln w="19050">
            <a:solidFill>
              <a:srgbClr val="3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4747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XAI Studio (Web UI :8000)
Canvas · Buzz Room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3474720" cy="1463040"/>
          </a:xfrm>
          <a:prstGeom prst="rect">
            <a:avLst/>
          </a:prstGeom>
          <a:solidFill>
            <a:srgbClr val="141A24"/>
          </a:solidFill>
          <a:ln w="19050">
            <a:solidFill>
              <a:srgbClr val="ED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474720" cy="1463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Control Loop
Hermes · Grok Build · OpenClaw
Guardian (P0/P1/P2 + HITL)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3474720" cy="1188720"/>
          </a:xfrm>
          <a:prstGeom prst="rect">
            <a:avLst/>
          </a:prstGeom>
          <a:solidFill>
            <a:srgbClr val="141A24"/>
          </a:solidFill>
          <a:ln w="19050">
            <a:solidFill>
              <a:srgbClr val="3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347472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8-layer Memory + GEPA
evolve · failure_correction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743200"/>
            <a:ext cx="3291840" cy="1463040"/>
          </a:xfrm>
          <a:prstGeom prst="rect">
            <a:avLst/>
          </a:prstGeom>
          <a:solidFill>
            <a:srgbClr val="141A24"/>
          </a:solidFill>
          <a:ln w="19050">
            <a:solidFill>
              <a:srgbClr val="3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743200"/>
            <a:ext cx="3291840" cy="1463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Model Registry
vLLM (ROCm) · Ollama(ROCm)
openai_compat(local)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743200"/>
            <a:ext cx="3108960" cy="1463040"/>
          </a:xfrm>
          <a:prstGeom prst="rect">
            <a:avLst/>
          </a:prstGeom>
          <a:solidFill>
            <a:srgbClr val="141A24"/>
          </a:solidFill>
          <a:ln w="19050">
            <a:solidFill>
              <a:srgbClr val="ED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743200"/>
            <a:ext cx="3108960" cy="1463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AMD Radeon GPU
ROCm inference
privacy by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3B2"/>
                </a:solidFill>
                <a:latin typeface="Calibri"/>
              </a:rPr>
              <a:t>Guardian is a one-way node: it can deny/approve, but the reasoning layer can never call it back — structurally safe.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XAI Local Agent Studio  ·  Track 2  ·  AMD AI DevMaster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DD6C4"/>
                </a:solidFill>
                <a:latin typeface="Calibri"/>
              </a:rPr>
              <a:t>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Differentiator 1 — Canvas-as-Context + time-travel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AF0"/>
                </a:solidFill>
                <a:latin typeface="Calibri"/>
              </a:rPr>
              <a:t>The canvas is not a static diagram. Its serialized state is injected as shared context into every agent,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and the system supports time-travel: agent/canvas state rolls back to any checkpoint.</a:t>
            </a:r>
          </a:p>
          <a:p>
            <a:pPr algn="l">
              <a:spcAft>
                <a:spcPts val="400"/>
              </a:spcAft>
            </a:pPr>
            <a:r>
              <a:rPr sz="7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3DD6C4"/>
                </a:solidFill>
                <a:latin typeface="Calibri"/>
              </a:rPr>
              <a:t>Why judges care: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Inspectable, debuggable agent workspace — not a black box.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Reversible experiments; safe to let agents mutate the graph.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Context lives locally; nothing sent to a cloud vector DB.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XAI Local Agent Studio  ·  Track 2  ·  AMD AI DevMaster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DD6C4"/>
                </a:solidFill>
                <a:latin typeface="Calibri"/>
              </a:rPr>
              <a:t>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Differentiator 2 — Buzz same-room multi-agent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AF0"/>
                </a:solidFill>
                <a:latin typeface="Calibri"/>
              </a:rPr>
              <a:t>Reasoning, coding, and execution agents operate in one shared room with one canvas and one memory pool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— exchanging messages and artifacts in real time, not piped through a fragile orchestrator.</a:t>
            </a:r>
          </a:p>
          <a:p>
            <a:pPr algn="l">
              <a:spcAft>
                <a:spcPts val="400"/>
              </a:spcAft>
            </a:pPr>
            <a:r>
              <a:rPr sz="7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3DD6C4"/>
                </a:solidFill>
                <a:latin typeface="Calibri"/>
              </a:rPr>
              <a:t>Why judges care: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True collaboration, not sequential function calls.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Shared memory avoids contradiction and duplication.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Maps directly to the contest theme: agentic AI that works as a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XAI Local Agent Studio  ·  Track 2  ·  AMD AI DevMaster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DD6C4"/>
                </a:solidFill>
                <a:latin typeface="Calibri"/>
              </a:rPr>
              <a:t>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Differentiator 3 — Guardian (default-deny + HITL)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AF0"/>
                </a:solidFill>
                <a:latin typeface="Calibri"/>
              </a:rPr>
              <a:t>P0 (delete / force-push / credential write) → default-deny, needs human OK.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P1 (command / network / install) → allowed but logged.  P2 (read / compute) → auto.</a:t>
            </a:r>
          </a:p>
          <a:p>
            <a:pPr algn="l">
              <a:spcAft>
                <a:spcPts val="400"/>
              </a:spcAft>
            </a:pPr>
            <a:r>
              <a:rPr sz="7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3DD6C4"/>
                </a:solidFill>
                <a:latin typeface="Calibri"/>
              </a:rPr>
              <a:t>Why judges care: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Agents with shell power stay safe by construction.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Single-direction approval node — the model cannot persuade its own approver.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HITL queue exposed via HTTP for the UI; idempotent disposition.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XAI Local Agent Studio  ·  Track 2  ·  AMD AI DevMaster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DD6C4"/>
                </a:solidFill>
                <a:latin typeface="Calibri"/>
              </a:rPr>
              <a:t>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Differentiator 4 — 8-layer metacognitive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AF0"/>
                </a:solidFill>
                <a:latin typeface="Calibri"/>
              </a:rPr>
              <a:t>working · short-term · long-term · anchor · reflection · causal · user-profile · failure_correction (unique).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The failure_correction layer stores (task → error → correction) tuples and injects the 3 most recent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into every inference.</a:t>
            </a:r>
          </a:p>
          <a:p>
            <a:pPr algn="l">
              <a:spcAft>
                <a:spcPts val="400"/>
              </a:spcAft>
            </a:pPr>
            <a:r>
              <a:rPr sz="7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3DD6C4"/>
                </a:solidFill>
                <a:latin typeface="Calibri"/>
              </a:rPr>
              <a:t>Verified at runtime: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~/.xai/memory.db holds 288 failure_correction tuples, 79 reflection, 1017 user_profile.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The agent demonstrably stops repeating past mistakes.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XAI Local Agent Studio  ·  Track 2  ·  AMD AI DevMaster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DD6C4"/>
                </a:solidFill>
                <a:latin typeface="Calibri"/>
              </a:rPr>
              <a:t>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Differentiator 5 — GEPA self-evolution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AF0"/>
                </a:solidFill>
                <a:latin typeface="Calibri"/>
              </a:rPr>
              <a:t>A GepaEvolver + GepaScheduler (daemon thread) continuously evolves agent skills via model-driven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mutation + evaluation feedback (/evolve). The system improves itself between runs.</a:t>
            </a:r>
          </a:p>
          <a:p>
            <a:pPr algn="l">
              <a:spcAft>
                <a:spcPts val="400"/>
              </a:spcAft>
            </a:pPr>
            <a:r>
              <a:rPr sz="7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3DD6C4"/>
                </a:solidFill>
                <a:latin typeface="Calibri"/>
              </a:rPr>
              <a:t>Why judges care: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Not a frozen prompt — the agent gets better the more it runs.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Evolution is wired and verified, not a stub or a slide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XAI Local Agent Studio  ·  Track 2  ·  AMD AI DevMaster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DD6C4"/>
                </a:solidFill>
                <a:latin typeface="Calibri"/>
              </a:rPr>
              <a:t>ON AMD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AMD Radeon (ROCm) local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AF0"/>
                </a:solidFill>
                <a:latin typeface="Calibri"/>
              </a:rPr>
              <a:t>Inference runs locally on AMD Radeon via ROCm — vLLM 0.16.0 (ROCm 7.2.1) serving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AF0"/>
                </a:solidFill>
                <a:latin typeface="Calibri"/>
              </a:rPr>
              <a:t>DeepSeek-R1-Distill-Qwen-32B-AWQ, no cloud key.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3DD6C4"/>
                </a:solidFill>
                <a:latin typeface="Calibri"/>
              </a:rPr>
              <a:t>Optimizations applied (see benchmark_results.json):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4-bit AWQ quantization (~20 GB, fits 48 GB VRAM)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vLLM ROCm build   • --gpu-memory-utilization 0.95   • --max-num-seqs 32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--enable-prefix-caching   • 100% GPU utilization under concurrency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Reproducible: vLLM serve on Radeon Cloud → register in XAI → chat, all on-GPU.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XAI Local Agent Studio  ·  Track 2  ·  AMD AI DevMaster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DD6C4"/>
                </a:solidFill>
                <a:latin typeface="Calibri"/>
              </a:rPr>
              <a:t>ROCm EVIDENCE · 40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Inference-speed optimization — measured on Radeon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solidFill>
            <a:srgbClr val="141A24"/>
          </a:solidFill>
          <a:ln w="15875">
            <a:solidFill>
              <a:srgbClr val="3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3DD6C4"/>
                </a:solidFill>
                <a:latin typeface="Calibri"/>
              </a:rPr>
              <a:t>Benchmark — measured on AMD Radeon (ROCm / vLLM 0.16.0):</a:t>
            </a:r>
          </a:p>
          <a:p>
            <a:pPr algn="l">
              <a:spcAft>
                <a:spcPts val="300"/>
              </a:spcAft>
            </a:pPr>
            <a:r>
              <a:rPr sz="5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E6EAF0"/>
                </a:solidFill>
                <a:latin typeface="Calibri"/>
              </a:rPr>
              <a:t>  Model                          tokens/sec    note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DeepSeek-32B-AWQ  (1 stream)   3.64 tok/s    baseline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DeepSeek-32B-AWQ  (conc ×4)    14.5 tok/s    ~4× linear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DeepSeek-32B-AWQ  (conc ×8)    28.9 tok/s    ~8× linear, GPU 100%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Long context 2K / 4K           ~3.6 tok/s    stable</a:t>
            </a:r>
          </a:p>
          <a:p>
            <a:pPr algn="l">
              <a:spcAft>
                <a:spcPts val="300"/>
              </a:spcAft>
            </a:pPr>
            <a:r>
              <a:rPr sz="5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Peak GPU 100% · VRAM 94% · 42°C. Near-linear scaling = Radeon shines under agent concurrency.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3B2"/>
                </a:solidFill>
                <a:latin typeface="Calibri"/>
              </a:rPr>
              <a:t>  Source: benchmark_results.json (on the Radeon instance).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XAI Local Agent Studio  ·  Track 2  ·  AMD AI DevMaster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DD6C4"/>
                </a:solidFill>
                <a:latin typeface="Calibri"/>
              </a:rPr>
              <a:t>HOW TO 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Reproducibility &amp;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6EAF0"/>
                </a:solidFill>
                <a:latin typeface="Calibri"/>
              </a:rPr>
              <a:t>1. Fork AMD-DEV-CONTEST/Radeon-hackathon-2026-07; branch track2-xai-agent-studio.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6EAF0"/>
                </a:solidFill>
                <a:latin typeface="Calibri"/>
              </a:rPr>
              <a:t>2. Place: README.md · SPEC.md · radeon_setup.sh · benchmark_results.json · demo.mp4 · this deck.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6EAF0"/>
                </a:solidFill>
                <a:latin typeface="Calibri"/>
              </a:rPr>
              <a:t>3. On a Radeon instance: bash radeon_setup.sh all  →  open :8000 → run the demo.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6EAF0"/>
                </a:solidFill>
                <a:latin typeface="Calibri"/>
              </a:rPr>
              <a:t>4. Judges reproduce the throughput numbers and the local-on-Radeon behavior.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DD6C4"/>
                </a:solidFill>
                <a:latin typeface="Calibri"/>
              </a:rPr>
              <a:t>All materials in English. Privacy by architecture — no external API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XAI Local Agent Studio  ·  Track 2  ·  AMD AI DevMaster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DD6C4"/>
                </a:solidFill>
                <a:latin typeface="Calibri"/>
              </a:rPr>
              <a:t>END-TO-END INFERENCE ON RADEON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6EAF0"/>
                </a:solidFill>
                <a:latin typeface="Calibri"/>
              </a:rPr>
              <a:t>A 3-minute screen recording (demo.mp4) shows the deployment running on the Radeon Cloud instance: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vLLM serving DeepSeek-R1-Distill-Qwen-32B-AWQ on port 8002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XAI registered and activated the model through the ollama-compatible provider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POST /api/chat routes through the full agent pipeline (intent → Hermes → plan → code_gen)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B2"/>
                </a:solidFill>
                <a:latin typeface="Calibri"/>
              </a:rPr>
              <a:t>  • GPU utilization peaks at 100% under concurrent agent inference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DD6C4"/>
                </a:solidFill>
                <a:latin typeface="Calibri"/>
              </a:rPr>
              <a:t>See demo.mp4 in this repository for the full recording.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XAI Local Agent Studio  ·  Track 2  ·  AMD AI DevMaster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DD6C4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Team &amp; thanks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6EAF0"/>
                </a:solidFill>
                <a:latin typeface="Calibri"/>
              </a:rPr>
              <a:t>Team: wang yunpeng — solo participant (XAI Local Agent Studio).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3B2"/>
                </a:solidFill>
                <a:latin typeface="Calibri"/>
              </a:rPr>
              <a:t>Built with: XAI (local agent OS), AMD Radeon + ROCm, vLLM, Python, React.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DD6C4"/>
                </a:solidFill>
                <a:latin typeface="Calibri"/>
              </a:rPr>
              <a:t>Thank you to the AMD AI DevMaster Hackathon organizers.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XAI Local Agent Studio  ·  Track 2  ·  AMD AI DevMaster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3B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