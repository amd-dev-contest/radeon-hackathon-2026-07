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5dbac8ee8a4826" /><Relationship Type="http://schemas.openxmlformats.org/officeDocument/2006/relationships/extended-properties" Target="/docProps/app.xml" Id="R283b84ae79f645b6" /><Relationship Type="http://schemas.openxmlformats.org/officeDocument/2006/relationships/officeDocument" Target="/ppt/presentation.xml" Id="R385bf0638a7342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042b45ae0340d5"/>
  </p:sldMasterIdLst>
  <p:notesMasterIdLst>
    <p:notesMasterId xmlns:r="http://schemas.openxmlformats.org/officeDocument/2006/relationships" r:id="Refd79ab88938428f"/>
  </p:notesMasterIdLst>
  <p:sldIdLst>
    <p:sldId xmlns:r="http://schemas.openxmlformats.org/officeDocument/2006/relationships" id="256" r:id="Rc1ff8af930634631"/>
    <p:sldId xmlns:r="http://schemas.openxmlformats.org/officeDocument/2006/relationships" id="257" r:id="R5b0b0fbf346d4300"/>
    <p:sldId xmlns:r="http://schemas.openxmlformats.org/officeDocument/2006/relationships" id="258" r:id="R2e8fe28fca6f4ed9"/>
    <p:sldId xmlns:r="http://schemas.openxmlformats.org/officeDocument/2006/relationships" id="259" r:id="Rec2a941dec914b35"/>
    <p:sldId xmlns:r="http://schemas.openxmlformats.org/officeDocument/2006/relationships" id="260" r:id="R07bf4e5eb6044ec6"/>
    <p:sldId xmlns:r="http://schemas.openxmlformats.org/officeDocument/2006/relationships" id="261" r:id="Rbf68cd69b3e440a0"/>
    <p:sldId xmlns:r="http://schemas.openxmlformats.org/officeDocument/2006/relationships" id="262" r:id="R5b686ecd134441ba"/>
    <p:sldId xmlns:r="http://schemas.openxmlformats.org/officeDocument/2006/relationships" id="263" r:id="R5eff4a2b75804e09"/>
    <p:sldId xmlns:r="http://schemas.openxmlformats.org/officeDocument/2006/relationships" id="264" r:id="R91a6ca0c6c834fee"/>
    <p:sldId xmlns:r="http://schemas.openxmlformats.org/officeDocument/2006/relationships" id="265" r:id="R37bcd63044b34a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5ed43cb6324a2e" /><Relationship Type="http://schemas.openxmlformats.org/officeDocument/2006/relationships/slideMaster" Target="/ppt/slideMasters/slideMaster1.xml" Id="R8f042b45ae0340d5" /><Relationship Type="http://schemas.openxmlformats.org/officeDocument/2006/relationships/notesMaster" Target="/ppt/notesMasters/notesMaster1.xml" Id="Refd79ab88938428f" /><Relationship Type="http://schemas.openxmlformats.org/officeDocument/2006/relationships/presProps" Target="/ppt/presProps.xml" Id="Rd5d0ab3594cf43d1" /><Relationship Type="http://schemas.openxmlformats.org/officeDocument/2006/relationships/tableStyles" Target="/ppt/tableStyles.xml" Id="R6c27fb2e14eb477f" /><Relationship Type="http://schemas.openxmlformats.org/officeDocument/2006/relationships/slide" Target="/ppt/slides/slide1.xml" Id="Rc1ff8af930634631" /><Relationship Type="http://schemas.openxmlformats.org/officeDocument/2006/relationships/slide" Target="/ppt/slides/slide2.xml" Id="R5b0b0fbf346d4300" /><Relationship Type="http://schemas.openxmlformats.org/officeDocument/2006/relationships/slide" Target="/ppt/slides/slide3.xml" Id="R2e8fe28fca6f4ed9" /><Relationship Type="http://schemas.openxmlformats.org/officeDocument/2006/relationships/slide" Target="/ppt/slides/slide4.xml" Id="Rec2a941dec914b35" /><Relationship Type="http://schemas.openxmlformats.org/officeDocument/2006/relationships/slide" Target="/ppt/slides/slide5.xml" Id="R07bf4e5eb6044ec6" /><Relationship Type="http://schemas.openxmlformats.org/officeDocument/2006/relationships/slide" Target="/ppt/slides/slide6.xml" Id="Rbf68cd69b3e440a0" /><Relationship Type="http://schemas.openxmlformats.org/officeDocument/2006/relationships/slide" Target="/ppt/slides/slide7.xml" Id="R5b686ecd134441ba" /><Relationship Type="http://schemas.openxmlformats.org/officeDocument/2006/relationships/slide" Target="/ppt/slides/slide8.xml" Id="R5eff4a2b75804e09" /><Relationship Type="http://schemas.openxmlformats.org/officeDocument/2006/relationships/slide" Target="/ppt/slides/slide9.xml" Id="R91a6ca0c6c834fee" /><Relationship Type="http://schemas.openxmlformats.org/officeDocument/2006/relationships/slide" Target="/ppt/slides/slide10.xml" Id="R37bcd63044b34a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5cf8c03f1c47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1bbc0fa10c4509" /><Relationship Type="http://schemas.openxmlformats.org/officeDocument/2006/relationships/notesMaster" Target="/ppt/notesMasters/notesMaster1.xml" Id="Re2e0ff3038494b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a437bc0d6e4f5d" /><Relationship Type="http://schemas.openxmlformats.org/officeDocument/2006/relationships/notesMaster" Target="/ppt/notesMasters/notesMaster1.xml" Id="R28a3e1e480b54f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dee24505e949c5" /><Relationship Type="http://schemas.openxmlformats.org/officeDocument/2006/relationships/notesMaster" Target="/ppt/notesMasters/notesMaster1.xml" Id="Rf0706104f6da40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1835cf6c674e33" /><Relationship Type="http://schemas.openxmlformats.org/officeDocument/2006/relationships/notesMaster" Target="/ppt/notesMasters/notesMaster1.xml" Id="R1bf7478f22bc4f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6a0b1605334dd8" /><Relationship Type="http://schemas.openxmlformats.org/officeDocument/2006/relationships/notesMaster" Target="/ppt/notesMasters/notesMaster1.xml" Id="Rab123e41475243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1e1da83e594c94" /><Relationship Type="http://schemas.openxmlformats.org/officeDocument/2006/relationships/notesMaster" Target="/ppt/notesMasters/notesMaster1.xml" Id="R9a65954f97a449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66ab348af441c0" /><Relationship Type="http://schemas.openxmlformats.org/officeDocument/2006/relationships/notesMaster" Target="/ppt/notesMasters/notesMaster1.xml" Id="R3bad9f35618946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721084d80d455f" /><Relationship Type="http://schemas.openxmlformats.org/officeDocument/2006/relationships/notesMaster" Target="/ppt/notesMasters/notesMaster1.xml" Id="Rccbaf4217c3240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6e767dfd1c43c4" /><Relationship Type="http://schemas.openxmlformats.org/officeDocument/2006/relationships/notesMaster" Target="/ppt/notesMasters/notesMaster1.xml" Id="R4574d2ddf4e542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2d138170044681" /><Relationship Type="http://schemas.openxmlformats.org/officeDocument/2006/relationships/notesMaster" Target="/ppt/notesMasters/notesMaster1.xml" Id="Ra2965f859cc648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8079799fc54e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fa7c978ca54ddb" /><Relationship Type="http://schemas.openxmlformats.org/officeDocument/2006/relationships/slideLayout" Target="/ppt/slideLayouts/slideLayout1.xml" Id="R83a0424ede7740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a0424ede7740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f1865e1a74949" /><Relationship Type="http://schemas.openxmlformats.org/officeDocument/2006/relationships/notesSlide" Target="/ppt/notesSlides/notesSlide1.xml" Id="R712f503df80346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8a520060a414f" /><Relationship Type="http://schemas.openxmlformats.org/officeDocument/2006/relationships/notesSlide" Target="/ppt/notesSlides/notesSlide2.xml" Id="R43fef7e9860047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a91c71b49494e" /><Relationship Type="http://schemas.openxmlformats.org/officeDocument/2006/relationships/notesSlide" Target="/ppt/notesSlides/notesSlide3.xml" Id="Ra4430735044a48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01998600c4f36" /><Relationship Type="http://schemas.openxmlformats.org/officeDocument/2006/relationships/notesSlide" Target="/ppt/notesSlides/notesSlide4.xml" Id="R722297f6848f4f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fa0ffa1974e5d" /><Relationship Type="http://schemas.openxmlformats.org/officeDocument/2006/relationships/notesSlide" Target="/ppt/notesSlides/notesSlide5.xml" Id="Raab194fe8e6147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fddacafa44e02" /><Relationship Type="http://schemas.openxmlformats.org/officeDocument/2006/relationships/notesSlide" Target="/ppt/notesSlides/notesSlide6.xml" Id="Rf9b31177f7c54c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37ef5a48b40b8" /><Relationship Type="http://schemas.openxmlformats.org/officeDocument/2006/relationships/notesSlide" Target="/ppt/notesSlides/notesSlide7.xml" Id="Ra4223f2242d443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a7f6045874d24" /><Relationship Type="http://schemas.openxmlformats.org/officeDocument/2006/relationships/notesSlide" Target="/ppt/notesSlides/notesSlide8.xml" Id="Rebf79b1e759c4b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4616b13834552" /><Relationship Type="http://schemas.openxmlformats.org/officeDocument/2006/relationships/notesSlide" Target="/ppt/notesSlides/notesSlide9.xml" Id="R9cc9f225bead47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08bd3f4364d86" /><Relationship Type="http://schemas.openxmlformats.org/officeDocument/2006/relationships/notesSlide" Target="/ppt/notesSlides/notesSlide10.xml" Id="Rf35853d229644a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56578-12F2-4944-9F0A-6B7291DE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857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0FF"/>
          </a:solidFill>
          <a:ln xmlns:a="http://schemas.openxmlformats.org/drawingml/2006/main" w="0">
            <a:solidFill>
              <a:srgbClr val="8D70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DFFED-3B62-41DD-A135-6B397D7C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4F4F8"/>
                </a:solidFill>
              </a:defRPr>
            </a:pPr>
            <a:r>
              <a:rPr sz="4650" b="1">
                <a:solidFill>
                  <a:srgbClr val="F4F4F8"/>
                </a:solidFill>
              </a:rPr>
              <a:t>Decompile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0FC15-C1AC-4112-B54C-FD0C680D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66975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8DCFF"/>
                </a:solidFill>
              </a:defRPr>
            </a:pPr>
            <a:r>
              <a:rPr sz="2025" b="0">
                <a:solidFill>
                  <a:srgbClr val="68DCFF"/>
                </a:solidFill>
              </a:rPr>
              <a:t>Turn any YouTube video into production-ready software.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E5265-AE9C-4087-9CEF-30E9B536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51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2A7BA"/>
                </a:solidFill>
              </a:defRPr>
            </a:pPr>
            <a:r>
              <a:rPr sz="1350" b="0">
                <a:solidFill>
                  <a:srgbClr val="A2A7BA"/>
                </a:solidFill>
              </a:rPr>
              <a:t>Private AI agents for development and local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D312A-79A5-4FF4-9283-C86B47A8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D70FF"/>
                </a:solidFill>
              </a:defRPr>
            </a:pPr>
            <a:r>
              <a:rPr sz="1050" b="1">
                <a:solidFill>
                  <a:srgbClr val="8D70FF"/>
                </a:solidFill>
              </a:rPr>
              <a:t>AMD Radeon AI Hackathon · Track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AE188-02E0-44D0-B4CB-B172D740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721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2A7BA"/>
                </a:solidFill>
              </a:defRPr>
            </a:pPr>
            <a:r>
              <a:rPr sz="900" b="0">
                <a:solidFill>
                  <a:srgbClr val="A2A7BA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5189855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587E5-0454-47E0-9EB3-2A483CEA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70FF"/>
                </a:solidFill>
              </a:defRPr>
            </a:pPr>
            <a:r>
              <a:rPr sz="900" b="1">
                <a:solidFill>
                  <a:srgbClr val="8D70FF"/>
                </a:solidFill>
              </a:rPr>
              <a:t>DECOMPILE /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3E781-2BE4-45F3-889F-53636229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2A7BA"/>
                </a:solidFill>
              </a:defRPr>
            </a:pPr>
            <a:r>
              <a:rPr sz="825" b="0">
                <a:solidFill>
                  <a:srgbClr val="A2A7BA"/>
                </a:solidFill>
              </a:rPr>
              <a:t>AMD Radeon AI Hackathon - Track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3EB7A-5183-4E0B-905E-C1927743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C39"/>
          </a:solidFill>
          <a:ln xmlns:a="http://schemas.openxmlformats.org/drawingml/2006/main" w="0">
            <a:solidFill>
              <a:srgbClr val="292C3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4F756-1405-439E-9FBC-A2F9B11D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4F4F8"/>
                </a:solidFill>
              </a:defRPr>
            </a:pPr>
            <a:r>
              <a:rPr sz="3375" b="1">
                <a:solidFill>
                  <a:srgbClr val="F4F4F8"/>
                </a:solidFill>
              </a:rPr>
              <a:t>Video knowledge is not an engineering handoff.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DF32D-49E1-4876-B550-142B29FC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2A7BA"/>
                </a:solidFill>
              </a:defRPr>
            </a:pPr>
            <a:r>
              <a:rPr sz="1650" b="0">
                <a:solidFill>
                  <a:srgbClr val="A2A7BA"/>
                </a:solidFill>
              </a:rPr>
              <a:t>Tutorials and product walkthroughs contain valuable ideas, but builders still need requirements, system design, code scaffolds, deployment assets, and a test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F5CE1-0818-4A03-8262-3C4F7A8F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192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131F"/>
          </a:solidFill>
          <a:ln xmlns:a="http://schemas.openxmlformats.org/drawingml/2006/main" w="0">
            <a:solidFill>
              <a:srgbClr val="1613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31CE5-4B8C-4E08-928C-A3BA36B4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2571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A summary explains.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A package lets a team build.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2E972-F3D6-4306-93B3-49EF464E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D70FF"/>
                </a:solidFill>
              </a:defRPr>
            </a:pPr>
            <a:r>
              <a:rPr sz="825" b="1">
                <a:solidFill>
                  <a:srgbClr val="8D70FF"/>
                </a:solidFill>
              </a:rPr>
              <a:t>PRIVATE • LOCAL • ROCm READY</a:t>
            </a:r>
          </a:p>
        </p:txBody>
      </p:sp>
    </p:spTree>
    <p:extLst>
      <p:ext uri="{BB962C8B-B14F-4D97-AF65-F5344CB8AC3E}">
        <p14:creationId xmlns:p14="http://schemas.microsoft.com/office/powerpoint/2010/main" val="2031758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C1C94-6DFF-42B0-85DF-9A40BD2F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70FF"/>
                </a:solidFill>
              </a:defRPr>
            </a:pPr>
            <a:r>
              <a:rPr sz="900" b="1">
                <a:solidFill>
                  <a:srgbClr val="8D70FF"/>
                </a:solidFill>
              </a:rPr>
              <a:t>DECOMPILE /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3C731-8BB6-4407-9740-A93AC205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2A7BA"/>
                </a:solidFill>
              </a:defRPr>
            </a:pPr>
            <a:r>
              <a:rPr sz="825" b="0">
                <a:solidFill>
                  <a:srgbClr val="A2A7BA"/>
                </a:solidFill>
              </a:rPr>
              <a:t>AMD Radeon AI Hackathon - Track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91A3A-5161-4140-AFFE-D66E0585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C39"/>
          </a:solidFill>
          <a:ln xmlns:a="http://schemas.openxmlformats.org/drawingml/2006/main" w="0">
            <a:solidFill>
              <a:srgbClr val="292C3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1F2EF-8BAE-4066-A5D2-7D30F899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4F4F8"/>
                </a:solidFill>
              </a:defRPr>
            </a:pPr>
            <a:r>
              <a:rPr sz="3375" b="1">
                <a:solidFill>
                  <a:srgbClr val="F4F4F8"/>
                </a:solidFill>
              </a:rPr>
              <a:t>Decompile turns a URL into a complete delivery package.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1D15E-C790-4639-A1E2-2A28F43A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2A7BA"/>
                </a:solidFill>
              </a:defRPr>
            </a:pPr>
            <a:r>
              <a:rPr sz="1650" b="0">
                <a:solidFill>
                  <a:srgbClr val="A2A7BA"/>
                </a:solidFill>
              </a:rPr>
              <a:t>Evidence flows through specialized local agents. The output is inspectable: PRD, architecture, API, frontend and backend stubs, Docker, deployment guide, QA plan, and a repository ZIP.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43A14-076C-4120-95AD-F57F3496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192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131F"/>
          </a:solidFill>
          <a:ln xmlns:a="http://schemas.openxmlformats.org/drawingml/2006/main" w="0">
            <a:solidFill>
              <a:srgbClr val="1613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10F9F-EDB2-4AC1-BBF8-DDBD6C7E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2571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Paste URL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↓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Watch agents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↓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Download software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639C7-D687-448A-AB9F-30E33D6E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D70FF"/>
                </a:solidFill>
              </a:defRPr>
            </a:pPr>
            <a:r>
              <a:rPr sz="825" b="1">
                <a:solidFill>
                  <a:srgbClr val="8D70FF"/>
                </a:solidFill>
              </a:rPr>
              <a:t>PRIVATE • LOCAL • ROCm READY</a:t>
            </a:r>
          </a:p>
        </p:txBody>
      </p:sp>
    </p:spTree>
    <p:extLst>
      <p:ext uri="{BB962C8B-B14F-4D97-AF65-F5344CB8AC3E}">
        <p14:creationId xmlns:p14="http://schemas.microsoft.com/office/powerpoint/2010/main" val="16051589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BE8D5-2341-4CE6-8679-33E1200B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70FF"/>
                </a:solidFill>
              </a:defRPr>
            </a:pPr>
            <a:r>
              <a:rPr sz="900" b="1">
                <a:solidFill>
                  <a:srgbClr val="8D70FF"/>
                </a:solidFill>
              </a:rPr>
              <a:t>DECOMPILE /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8A247-1DEB-454E-AEDC-16A6C3A6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2A7BA"/>
                </a:solidFill>
              </a:defRPr>
            </a:pPr>
            <a:r>
              <a:rPr sz="825" b="0">
                <a:solidFill>
                  <a:srgbClr val="A2A7BA"/>
                </a:solidFill>
              </a:rPr>
              <a:t>AMD Radeon AI Hackathon - Track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A7C6D-B707-4AE0-947D-0A81595D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C39"/>
          </a:solidFill>
          <a:ln xmlns:a="http://schemas.openxmlformats.org/drawingml/2006/main" w="0">
            <a:solidFill>
              <a:srgbClr val="292C3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44F12-79BB-4B88-954E-28BC6066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4F4F8"/>
                </a:solidFill>
              </a:defRPr>
            </a:pPr>
            <a:r>
              <a:rPr sz="3375" b="1">
                <a:solidFill>
                  <a:srgbClr val="F4F4F8"/>
                </a:solidFill>
              </a:rPr>
              <a:t>One visible pipeline makes autonomy trustworthy.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7A005-3656-4864-BF67-63570A67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2A7BA"/>
                </a:solidFill>
              </a:defRPr>
            </a:pPr>
            <a:r>
              <a:rPr sz="1650" b="0">
                <a:solidFill>
                  <a:srgbClr val="A2A7BA"/>
                </a:solidFill>
              </a:rPr>
              <a:t>A single project resource exposes stage state, specialist handoffs, logs, timing, and produced artifacts. The UI never hides the work behind a progress spinner.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4113F-CD59-4D72-8609-1C2DCFC5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192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131F"/>
          </a:solidFill>
          <a:ln xmlns:a="http://schemas.openxmlformats.org/drawingml/2006/main" w="0">
            <a:solidFill>
              <a:srgbClr val="1613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7FA2C-B1C3-4722-8278-05B0AF14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2571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Transcript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Vision + OCR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Planning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Engineering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47152-FEFC-4873-8750-90CBA11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D70FF"/>
                </a:solidFill>
              </a:defRPr>
            </a:pPr>
            <a:r>
              <a:rPr sz="825" b="1">
                <a:solidFill>
                  <a:srgbClr val="8D70FF"/>
                </a:solidFill>
              </a:rPr>
              <a:t>PRIVATE • LOCAL • ROCm READY</a:t>
            </a:r>
          </a:p>
        </p:txBody>
      </p:sp>
    </p:spTree>
    <p:extLst>
      <p:ext uri="{BB962C8B-B14F-4D97-AF65-F5344CB8AC3E}">
        <p14:creationId xmlns:p14="http://schemas.microsoft.com/office/powerpoint/2010/main" val="2181051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012B8-FFF9-41E9-9A34-12418EDA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70FF"/>
                </a:solidFill>
              </a:defRPr>
            </a:pPr>
            <a:r>
              <a:rPr sz="900" b="1">
                <a:solidFill>
                  <a:srgbClr val="8D70FF"/>
                </a:solidFill>
              </a:rPr>
              <a:t>DECOMPILE /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601FC-6AD2-432C-8CE4-F3B4C843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2A7BA"/>
                </a:solidFill>
              </a:defRPr>
            </a:pPr>
            <a:r>
              <a:rPr sz="825" b="0">
                <a:solidFill>
                  <a:srgbClr val="A2A7BA"/>
                </a:solidFill>
              </a:rPr>
              <a:t>AMD Radeon AI Hackathon - Track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14222-2D03-46E7-BC60-753ACE45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C39"/>
          </a:solidFill>
          <a:ln xmlns:a="http://schemas.openxmlformats.org/drawingml/2006/main" w="0">
            <a:solidFill>
              <a:srgbClr val="292C3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9180E-7A32-4CC3-B3A0-2BD88AD6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4F4F8"/>
                </a:solidFill>
              </a:defRPr>
            </a:pPr>
            <a:r>
              <a:rPr sz="3375" b="1">
                <a:solidFill>
                  <a:srgbClr val="F4F4F8"/>
                </a:solidFill>
              </a:rPr>
              <a:t>Specialists produce accountable artifacts.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F4AB2-F935-4DBF-9E42-62D3260D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2A7BA"/>
                </a:solidFill>
              </a:defRPr>
            </a:pPr>
            <a:r>
              <a:rPr sz="1650" b="0">
                <a:solidFill>
                  <a:srgbClr val="A2A7BA"/>
                </a:solidFill>
              </a:rPr>
              <a:t>Planner, Product Manager, Architect, UX, Frontend, Backend, Docs, DevOps, QA, and Repository Builder each have a defined role, execution state, output, and log.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EB443-10A0-4640-8A7D-0BD8F0E0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192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131F"/>
          </a:solidFill>
          <a:ln xmlns:a="http://schemas.openxmlformats.org/drawingml/2006/main" w="0">
            <a:solidFill>
              <a:srgbClr val="1613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368EC-2012-427C-9125-DAEB3FF8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2571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10 agents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1 shared evidence base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1 downloadable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20B1A-F77B-424B-9057-03BDDBEC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D70FF"/>
                </a:solidFill>
              </a:defRPr>
            </a:pPr>
            <a:r>
              <a:rPr sz="825" b="1">
                <a:solidFill>
                  <a:srgbClr val="8D70FF"/>
                </a:solidFill>
              </a:rPr>
              <a:t>PRIVATE • LOCAL • ROCm READY</a:t>
            </a:r>
          </a:p>
        </p:txBody>
      </p:sp>
    </p:spTree>
    <p:extLst>
      <p:ext uri="{BB962C8B-B14F-4D97-AF65-F5344CB8AC3E}">
        <p14:creationId xmlns:p14="http://schemas.microsoft.com/office/powerpoint/2010/main" val="17515856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DA505-2E82-4052-95AC-D2A76429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70FF"/>
                </a:solidFill>
              </a:defRPr>
            </a:pPr>
            <a:r>
              <a:rPr sz="900" b="1">
                <a:solidFill>
                  <a:srgbClr val="8D70FF"/>
                </a:solidFill>
              </a:rPr>
              <a:t>DECOMPILE /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287DF-CAC6-4BAB-899C-9143703F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2A7BA"/>
                </a:solidFill>
              </a:defRPr>
            </a:pPr>
            <a:r>
              <a:rPr sz="825" b="0">
                <a:solidFill>
                  <a:srgbClr val="A2A7BA"/>
                </a:solidFill>
              </a:rPr>
              <a:t>AMD Radeon AI Hackathon - Track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D89D5-7FDC-4B29-9BAD-1C29DA0B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C39"/>
          </a:solidFill>
          <a:ln xmlns:a="http://schemas.openxmlformats.org/drawingml/2006/main" w="0">
            <a:solidFill>
              <a:srgbClr val="292C3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11DCD-98D5-4446-AD3C-37D32A6F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4F4F8"/>
                </a:solidFill>
              </a:defRPr>
            </a:pPr>
            <a:r>
              <a:rPr sz="3375" b="1">
                <a:solidFill>
                  <a:srgbClr val="F4F4F8"/>
                </a:solidFill>
              </a:rPr>
              <a:t>The architecture keeps data and inference private.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AF25E-87FB-4743-B7FE-EEFDF85C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2A7BA"/>
                </a:solidFill>
              </a:defRPr>
            </a:pPr>
            <a:r>
              <a:rPr sz="1650" b="0">
                <a:solidFill>
                  <a:srgbClr val="A2A7BA"/>
                </a:solidFill>
              </a:rPr>
              <a:t>Next.js delivers the workspace. FastAPI owns jobs and packaging. Local adapters collect captions and visual evidence, store semantic memory, and call local model runtimes.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D56DC-6F8F-4512-ADF3-0EEB5E89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192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131F"/>
          </a:solidFill>
          <a:ln xmlns:a="http://schemas.openxmlformats.org/drawingml/2006/main" w="0">
            <a:solidFill>
              <a:srgbClr val="1613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9E4CC-7617-4284-9744-4BB4AE19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2571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Next.js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→ FastAPI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→ Local evidence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→ Local models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→ ZIP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9051D-28A2-497C-AD9B-8FB9BF6A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D70FF"/>
                </a:solidFill>
              </a:defRPr>
            </a:pPr>
            <a:r>
              <a:rPr sz="825" b="1">
                <a:solidFill>
                  <a:srgbClr val="8D70FF"/>
                </a:solidFill>
              </a:rPr>
              <a:t>PRIVATE • LOCAL • ROCm READY</a:t>
            </a:r>
          </a:p>
        </p:txBody>
      </p:sp>
    </p:spTree>
    <p:extLst>
      <p:ext uri="{BB962C8B-B14F-4D97-AF65-F5344CB8AC3E}">
        <p14:creationId xmlns:p14="http://schemas.microsoft.com/office/powerpoint/2010/main" val="294873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2098-BB1F-40A7-8200-74620838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70FF"/>
                </a:solidFill>
              </a:defRPr>
            </a:pPr>
            <a:r>
              <a:rPr sz="900" b="1">
                <a:solidFill>
                  <a:srgbClr val="8D70FF"/>
                </a:solidFill>
              </a:rPr>
              <a:t>DECOMPILE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BDF1D-D0DD-472A-B4C0-CCAC73AA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2A7BA"/>
                </a:solidFill>
              </a:defRPr>
            </a:pPr>
            <a:r>
              <a:rPr sz="825" b="0">
                <a:solidFill>
                  <a:srgbClr val="A2A7BA"/>
                </a:solidFill>
              </a:rPr>
              <a:t>AMD Radeon AI Hackathon - Track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B2AAB-3AD3-421A-BCC8-872606EB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C39"/>
          </a:solidFill>
          <a:ln xmlns:a="http://schemas.openxmlformats.org/drawingml/2006/main" w="0">
            <a:solidFill>
              <a:srgbClr val="292C3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C0773-F520-4EC3-B748-79AD7812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4F4F8"/>
                </a:solidFill>
              </a:defRPr>
            </a:pPr>
            <a:r>
              <a:rPr sz="3375" b="1">
                <a:solidFill>
                  <a:srgbClr val="F4F4F8"/>
                </a:solidFill>
              </a:rPr>
              <a:t>AMD Radeon hardware is part of the product experience.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3DC2F-2C68-4A09-B1F4-11B07491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2A7BA"/>
                </a:solidFill>
              </a:defRPr>
            </a:pPr>
            <a:r>
              <a:rPr sz="1650" b="0">
                <a:solidFill>
                  <a:srgbClr val="A2A7BA"/>
                </a:solidFill>
              </a:rPr>
              <a:t>The telemetry contract surfaces ROCm availability, HIP device, model, VRAM, utilization, tokens/sec, latency, embedding throughput, and vision latency.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FF173-4F0A-48A4-ABB4-9B99BC47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192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131F"/>
          </a:solidFill>
          <a:ln xmlns:a="http://schemas.openxmlformats.org/drawingml/2006/main" w="0">
            <a:solidFill>
              <a:srgbClr val="1613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1D8EB-946C-45E4-B44D-630A7B5A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2571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ROCm enabled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AMD Radeon 7900 XTX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24 GB VRAM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HIP 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9F181-82F6-49B4-9F8A-C96970F5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D70FF"/>
                </a:solidFill>
              </a:defRPr>
            </a:pPr>
            <a:r>
              <a:rPr sz="825" b="1">
                <a:solidFill>
                  <a:srgbClr val="8D70FF"/>
                </a:solidFill>
              </a:rPr>
              <a:t>PRIVATE • LOCAL • ROCm READY</a:t>
            </a:r>
          </a:p>
        </p:txBody>
      </p:sp>
    </p:spTree>
    <p:extLst>
      <p:ext uri="{BB962C8B-B14F-4D97-AF65-F5344CB8AC3E}">
        <p14:creationId xmlns:p14="http://schemas.microsoft.com/office/powerpoint/2010/main" val="1186549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B89D3-6814-4F8B-905F-98EE63B8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70FF"/>
                </a:solidFill>
              </a:defRPr>
            </a:pPr>
            <a:r>
              <a:rPr sz="900" b="1">
                <a:solidFill>
                  <a:srgbClr val="8D70FF"/>
                </a:solidFill>
              </a:rPr>
              <a:t>DECOMPILE /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A46DE-8E11-4832-B8FA-A2F4641A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2A7BA"/>
                </a:solidFill>
              </a:defRPr>
            </a:pPr>
            <a:r>
              <a:rPr sz="825" b="0">
                <a:solidFill>
                  <a:srgbClr val="A2A7BA"/>
                </a:solidFill>
              </a:rPr>
              <a:t>AMD Radeon AI Hackathon - Track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5107B-C5AE-4FDF-A16A-16B596E6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C39"/>
          </a:solidFill>
          <a:ln xmlns:a="http://schemas.openxmlformats.org/drawingml/2006/main" w="0">
            <a:solidFill>
              <a:srgbClr val="292C3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3B8CA-7F41-4C7E-8E20-18EF914A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4F4F8"/>
                </a:solidFill>
              </a:defRPr>
            </a:pPr>
            <a:r>
              <a:rPr sz="3375" b="1">
                <a:solidFill>
                  <a:srgbClr val="F4F4F8"/>
                </a:solidFill>
              </a:rPr>
              <a:t>Benchmarks are visible and reproducible.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44384-76AF-4F2D-BB7D-44C5C8B6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2A7BA"/>
                </a:solidFill>
              </a:defRPr>
            </a:pPr>
            <a:r>
              <a:rPr sz="1650" b="0">
                <a:solidFill>
                  <a:srgbClr val="A2A7BA"/>
                </a:solidFill>
              </a:rPr>
              <a:t>The benchmark API reports transcript, vision, embeddings, planning, repository generation, and total runtime. Hardware runs use warm-up plus five-run medians and rocm-smi sampling.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407DD-855D-481C-8E05-78DFF3A3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192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131F"/>
          </a:solidFill>
          <a:ln xmlns:a="http://schemas.openxmlformats.org/drawingml/2006/main" w="0">
            <a:solidFill>
              <a:srgbClr val="1613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350E6-15DF-432A-A8B0-63166F68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2571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11.4 s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local baseline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5-run median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VRAM + utilization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03611-DA8A-4D56-B419-9FD90205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D70FF"/>
                </a:solidFill>
              </a:defRPr>
            </a:pPr>
            <a:r>
              <a:rPr sz="825" b="1">
                <a:solidFill>
                  <a:srgbClr val="8D70FF"/>
                </a:solidFill>
              </a:rPr>
              <a:t>PRIVATE • LOCAL • ROCm READY</a:t>
            </a:r>
          </a:p>
        </p:txBody>
      </p:sp>
    </p:spTree>
    <p:extLst>
      <p:ext uri="{BB962C8B-B14F-4D97-AF65-F5344CB8AC3E}">
        <p14:creationId xmlns:p14="http://schemas.microsoft.com/office/powerpoint/2010/main" val="5348316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965E6-0FB9-44CC-B28A-79B268A9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70FF"/>
                </a:solidFill>
              </a:defRPr>
            </a:pPr>
            <a:r>
              <a:rPr sz="900" b="1">
                <a:solidFill>
                  <a:srgbClr val="8D70FF"/>
                </a:solidFill>
              </a:rPr>
              <a:t>DECOMPILE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E6259-D0C7-459F-BB0B-F95B161E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2A7BA"/>
                </a:solidFill>
              </a:defRPr>
            </a:pPr>
            <a:r>
              <a:rPr sz="825" b="0">
                <a:solidFill>
                  <a:srgbClr val="A2A7BA"/>
                </a:solidFill>
              </a:rPr>
              <a:t>AMD Radeon AI Hackathon - Track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3DD98-C5BD-4C7E-91EE-3A6F9AAA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C39"/>
          </a:solidFill>
          <a:ln xmlns:a="http://schemas.openxmlformats.org/drawingml/2006/main" w="0">
            <a:solidFill>
              <a:srgbClr val="292C3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47424-C4F7-4646-B0E6-7986C4A8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4F4F8"/>
                </a:solidFill>
              </a:defRPr>
            </a:pPr>
            <a:r>
              <a:rPr sz="3375" b="1">
                <a:solidFill>
                  <a:srgbClr val="F4F4F8"/>
                </a:solidFill>
              </a:rPr>
              <a:t>A polished workspace makes the system easy to demonstrate.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91E6A-495B-4392-817C-3E08AE56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2A7BA"/>
                </a:solidFill>
              </a:defRPr>
            </a:pPr>
            <a:r>
              <a:rPr sz="1650" b="0">
                <a:solidFill>
                  <a:srgbClr val="A2A7BA"/>
                </a:solidFill>
              </a:rPr>
              <a:t>The dark, glassy interface starts with a URL and moves naturally into a live build timeline, agent roster, terminal log, artifact explorer, GPU metrics, and repository download.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32ACA-9B69-4E77-AAB1-2A991DA6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192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131F"/>
          </a:solidFill>
          <a:ln xmlns:a="http://schemas.openxmlformats.org/drawingml/2006/main" w="0">
            <a:solidFill>
              <a:srgbClr val="1613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671C4-A74F-41EF-A2CB-18A38D68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2571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Clear input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Observable work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Useful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5AEF9-71C4-4FD2-969E-679563F5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D70FF"/>
                </a:solidFill>
              </a:defRPr>
            </a:pPr>
            <a:r>
              <a:rPr sz="825" b="1">
                <a:solidFill>
                  <a:srgbClr val="8D70FF"/>
                </a:solidFill>
              </a:rPr>
              <a:t>PRIVATE • LOCAL • ROCm READY</a:t>
            </a:r>
          </a:p>
        </p:txBody>
      </p:sp>
    </p:spTree>
    <p:extLst>
      <p:ext uri="{BB962C8B-B14F-4D97-AF65-F5344CB8AC3E}">
        <p14:creationId xmlns:p14="http://schemas.microsoft.com/office/powerpoint/2010/main" val="6251047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E2AB6-D0CB-4A64-BD51-BD7D0038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70FF"/>
                </a:solidFill>
              </a:defRPr>
            </a:pPr>
            <a:r>
              <a:rPr sz="900" b="1">
                <a:solidFill>
                  <a:srgbClr val="8D70FF"/>
                </a:solidFill>
              </a:rPr>
              <a:t>DECOMPILE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6DD9C-BDAE-45A6-AF09-6E1EE50A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2A7BA"/>
                </a:solidFill>
              </a:defRPr>
            </a:pPr>
            <a:r>
              <a:rPr sz="825" b="0">
                <a:solidFill>
                  <a:srgbClr val="A2A7BA"/>
                </a:solidFill>
              </a:rPr>
              <a:t>AMD Radeon AI Hackathon - Track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87B69-7089-4024-AC16-02BD248B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C39"/>
          </a:solidFill>
          <a:ln xmlns:a="http://schemas.openxmlformats.org/drawingml/2006/main" w="0">
            <a:solidFill>
              <a:srgbClr val="292C3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EB395-1FC2-4232-9468-5C090158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4F4F8"/>
                </a:solidFill>
              </a:defRPr>
            </a:pPr>
            <a:r>
              <a:rPr sz="3375" b="1">
                <a:solidFill>
                  <a:srgbClr val="F4F4F8"/>
                </a:solidFill>
              </a:rPr>
              <a:t>Decompile makes video-driven building private, local, and actionable.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F48B4-3027-406F-8A4F-3BE8C301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2A7BA"/>
                </a:solidFill>
              </a:defRPr>
            </a:pPr>
            <a:r>
              <a:rPr sz="1650" b="0">
                <a:solidFill>
                  <a:srgbClr val="A2A7BA"/>
                </a:solidFill>
              </a:rPr>
              <a:t>Next: persistent project storage, direct frame extraction, live token streaming, hardware probes, artifact review, and team workspaces. Today: a complete local-first foundation for autonomous engineering.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745AF-EB33-4F88-A844-867FD6A7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192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131F"/>
          </a:solidFill>
          <a:ln xmlns:a="http://schemas.openxmlformats.org/drawingml/2006/main" w="0">
            <a:solidFill>
              <a:srgbClr val="1613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1B776-B446-4632-99C0-CF1233B9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2571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Private agents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Local inference</a:t>
            </a:r>
          </a:p>
          <a:p xmlns:a="http://schemas.openxmlformats.org/drawingml/2006/main">
            <a:pPr>
              <a:defRPr sz="2175" b="1">
                <a:solidFill>
                  <a:srgbClr val="68DCFF"/>
                </a:solidFill>
              </a:defRPr>
            </a:pPr>
            <a:r>
              <a:rPr sz="2175" b="1">
                <a:solidFill>
                  <a:srgbClr val="68DCFF"/>
                </a:solidFill>
              </a:rPr>
              <a:t>Production-ready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61C85-AFA1-4C46-B9A6-529F2B4C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D70FF"/>
                </a:solidFill>
              </a:defRPr>
            </a:pPr>
            <a:r>
              <a:rPr sz="825" b="1">
                <a:solidFill>
                  <a:srgbClr val="8D70FF"/>
                </a:solidFill>
              </a:rPr>
              <a:t>PRIVATE • LOCAL • ROCm READY</a:t>
            </a:r>
          </a:p>
        </p:txBody>
      </p:sp>
    </p:spTree>
    <p:extLst>
      <p:ext uri="{BB962C8B-B14F-4D97-AF65-F5344CB8AC3E}">
        <p14:creationId xmlns:p14="http://schemas.microsoft.com/office/powerpoint/2010/main" val="9333046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2026-08-06T15:57:15.7740000Z</dcterms:created>
  <dcterms:modified xsi:type="dcterms:W3CDTF">2026-08-06T15:57:15.7740000Z</dcterms:modified>
</coreProperties>
</file>