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delivery review - draft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Internal draft</a:t>
            </a:r>
          </a:p>
          <a:p>
            <a:r>
              <a:t>Prepared 2026-06-08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possible two-week launch delay is under discussion.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Open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Confirm Q4 ownership and customer approval.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