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delivery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Northstar customer launch planning</a:t>
            </a:r>
          </a:p>
          <a:p>
            <a:r>
              <a:t>Final review: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timeline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requested a two-week delivery delay.</a:t>
            </a:r>
          </a:p>
          <a:p>
            <a:r>
              <a:t>Revised milestone: Q4 rollout.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execution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Risk: regional failover work may slip the Q4 target.</a:t>
            </a:r>
          </a:p>
          <a:p>
            <a:r>
              <a:t>Owner: Delivery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Negotiation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Confirm the revised date in a signed change order.</a:t>
            </a:r>
          </a:p>
          <a:p>
            <a:r>
              <a:t>Track the Q4 risk in the next steering meeting.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