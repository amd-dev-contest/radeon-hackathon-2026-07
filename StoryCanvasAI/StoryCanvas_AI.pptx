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-558" y="-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93B"/>
                </a:solidFill>
                <a:latin typeface="Arial"/>
              </a:rPr>
              <a:t>Stage Duration (seconds)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F97316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Story</c:v>
                </c:pt>
                <c:pt idx="1">
                  <c:v>Image /pg</c:v>
                </c:pt>
                <c:pt idx="2">
                  <c:v>Audio /pg</c:v>
                </c:pt>
                <c:pt idx="3">
                  <c:v>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62</c:v>
                </c:pt>
              </c:numCache>
            </c:numRef>
          </c:val>
        </c:ser>
        <c:dLbls>
          <c:showVal val="1"/>
        </c:dLbls>
        <c:axId val="72506368"/>
        <c:axId val="72512256"/>
      </c:barChart>
      <c:catAx>
        <c:axId val="7250636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72512256"/>
        <c:crosses val="autoZero"/>
        <c:auto val="1"/>
        <c:lblAlgn val="ctr"/>
        <c:lblOffset val="100"/>
        <c:noMultiLvlLbl val="1"/>
      </c:catAx>
      <c:valAx>
        <c:axId val="72512256"/>
        <c:scaling>
          <c:orientation val="minMax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72506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502920"/>
            <a:ext cx="9144000" cy="32369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977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StoryCanvas AI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Multimodal Story Generation Platform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108960" y="5349240"/>
            <a:ext cx="5943600" cy="82296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3108960" y="5413248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Sinifive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Mallikanti Bharath Kumar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AI DevMaster Hackathon 2026  •  Track 1: Multimodal Content Creation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StoryCanvas AI?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709160"/>
          </a:xfrm>
          <a:prstGeom prst="roundRect">
            <a:avLst>
              <a:gd name="adj" fmla="val 1942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0116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separate tools for writing, art, and audio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78892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Time-consuming, often taking hours per story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7033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661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production cost for professional results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48056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34340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Demands artistic &amp; technical expertise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525780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1206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Inaccessible for educators &amp; parents on a budget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Fragmented Workflow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214884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2733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14884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Story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96528" y="2697480"/>
            <a:ext cx="411480" cy="21945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28803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2733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88036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Illustrations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96528" y="3429000"/>
            <a:ext cx="411480" cy="21945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361188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2733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61188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Narration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96528" y="4160520"/>
            <a:ext cx="411480" cy="21945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43434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2733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34340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PDF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796528" y="4892040"/>
            <a:ext cx="411480" cy="21945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0" y="507492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2733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07492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Video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6263640"/>
            <a:ext cx="11064240" cy="91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614476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AI tools each solve only one piece of this puzzle — none deliver a complete storybook.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Prompt. A Complete Storybook.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69036"/>
            <a:ext cx="6217920" cy="658368"/>
          </a:xfrm>
          <a:prstGeom prst="roundRect">
            <a:avLst>
              <a:gd name="adj" fmla="val 12500"/>
            </a:avLst>
          </a:prstGeom>
          <a:solidFill>
            <a:srgbClr val="2733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69036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77846"/>
            <a:ext cx="6217920" cy="65836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8" name="Image 0" descr="icon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7843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277846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 → Story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278418"/>
            <a:ext cx="6217920" cy="65836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2" name="Image 1" descr="icon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900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327841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FLUX.1-schnell → Images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474720" y="3946668"/>
            <a:ext cx="365760" cy="320040"/>
          </a:xfrm>
          <a:prstGeom prst="downArrow">
            <a:avLst/>
          </a:prstGeom>
          <a:solidFill>
            <a:srgbClr val="F97316"/>
          </a:solidFill>
          <a:ln/>
        </p:spPr>
      </p:sp>
      <p:sp>
        <p:nvSpPr>
          <p:cNvPr id="15" name="Shape 11"/>
          <p:cNvSpPr/>
          <p:nvPr/>
        </p:nvSpPr>
        <p:spPr>
          <a:xfrm>
            <a:off x="548640" y="4270752"/>
            <a:ext cx="6217920" cy="65836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6" name="Image 2" descr="icon_au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71336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42707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Kokoro → Narration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3474720" y="4934220"/>
            <a:ext cx="365760" cy="342456"/>
          </a:xfrm>
          <a:prstGeom prst="downArrow">
            <a:avLst/>
          </a:prstGeom>
          <a:solidFill>
            <a:srgbClr val="F97316"/>
          </a:solidFill>
          <a:ln/>
        </p:spPr>
      </p:sp>
      <p:sp>
        <p:nvSpPr>
          <p:cNvPr id="19" name="Shape 14"/>
          <p:cNvSpPr/>
          <p:nvPr/>
        </p:nvSpPr>
        <p:spPr>
          <a:xfrm>
            <a:off x="548640" y="5309124"/>
            <a:ext cx="6217920" cy="65836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0" name="Image 3" descr="icon_p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4371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530912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+ MP4 Export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086600" y="1417320"/>
            <a:ext cx="4526280" cy="4709160"/>
          </a:xfrm>
          <a:prstGeom prst="roundRect">
            <a:avLst>
              <a:gd name="adj" fmla="val 2020"/>
            </a:avLst>
          </a:prstGeom>
          <a:solidFill>
            <a:srgbClr val="1E293B"/>
          </a:solidFill>
          <a:ln/>
        </p:spPr>
      </p:sp>
      <p:sp>
        <p:nvSpPr>
          <p:cNvPr id="23" name="Text 17"/>
          <p:cNvSpPr/>
          <p:nvPr/>
        </p:nvSpPr>
        <p:spPr>
          <a:xfrm>
            <a:off x="740664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Unlocks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7406640" y="2212848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19"/>
          <p:cNvSpPr/>
          <p:nvPr/>
        </p:nvSpPr>
        <p:spPr>
          <a:xfrm>
            <a:off x="7662672" y="208483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natural-language prompt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7406640" y="283464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1"/>
          <p:cNvSpPr/>
          <p:nvPr/>
        </p:nvSpPr>
        <p:spPr>
          <a:xfrm>
            <a:off x="7662672" y="270662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automated multimodal pipeline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7406640" y="3456432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3"/>
          <p:cNvSpPr/>
          <p:nvPr/>
        </p:nvSpPr>
        <p:spPr>
          <a:xfrm>
            <a:off x="7662672" y="332841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React story viewer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7406640" y="4078224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5"/>
          <p:cNvSpPr/>
          <p:nvPr/>
        </p:nvSpPr>
        <p:spPr>
          <a:xfrm>
            <a:off x="7662672" y="395020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PDF export</a:t>
            </a:r>
            <a:endParaRPr lang="en-US" sz="1350" dirty="0"/>
          </a:p>
        </p:txBody>
      </p:sp>
      <p:sp>
        <p:nvSpPr>
          <p:cNvPr id="32" name="Shape 26"/>
          <p:cNvSpPr/>
          <p:nvPr/>
        </p:nvSpPr>
        <p:spPr>
          <a:xfrm>
            <a:off x="7406640" y="4700016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27"/>
          <p:cNvSpPr/>
          <p:nvPr/>
        </p:nvSpPr>
        <p:spPr>
          <a:xfrm>
            <a:off x="7662672" y="45720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narrated MP4 export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7406640" y="5321808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5" name="Text 29"/>
          <p:cNvSpPr/>
          <p:nvPr/>
        </p:nvSpPr>
        <p:spPr>
          <a:xfrm>
            <a:off x="7662672" y="519379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GPU-accelerated on AMD Radeon + ROCm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000" dirty="0"/>
          </a:p>
        </p:txBody>
      </p:sp>
      <p:sp>
        <p:nvSpPr>
          <p:cNvPr id="37" name="Shape 13"/>
          <p:cNvSpPr/>
          <p:nvPr/>
        </p:nvSpPr>
        <p:spPr>
          <a:xfrm>
            <a:off x="3474720" y="2936214"/>
            <a:ext cx="365760" cy="342456"/>
          </a:xfrm>
          <a:prstGeom prst="downArrow">
            <a:avLst/>
          </a:prstGeom>
          <a:solidFill>
            <a:srgbClr val="F97316"/>
          </a:solidFill>
          <a:ln/>
        </p:spPr>
      </p:sp>
      <p:sp>
        <p:nvSpPr>
          <p:cNvPr id="38" name="Shape 13"/>
          <p:cNvSpPr/>
          <p:nvPr/>
        </p:nvSpPr>
        <p:spPr>
          <a:xfrm>
            <a:off x="3474720" y="1935390"/>
            <a:ext cx="365760" cy="342456"/>
          </a:xfrm>
          <a:prstGeom prst="downArrow">
            <a:avLst/>
          </a:prstGeom>
          <a:solidFill>
            <a:srgbClr val="F97316"/>
          </a:solidFill>
          <a:ln/>
        </p:spPr>
      </p:sp>
      <p:sp>
        <p:nvSpPr>
          <p:cNvPr id="39" name="Shape 13"/>
          <p:cNvSpPr/>
          <p:nvPr/>
        </p:nvSpPr>
        <p:spPr>
          <a:xfrm rot="-5400000">
            <a:off x="8690918" y="988540"/>
            <a:ext cx="185351" cy="154459"/>
          </a:xfrm>
          <a:prstGeom prst="downArrow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46120" y="1037968"/>
            <a:ext cx="56692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5" name="Image 0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52" y="1266568"/>
            <a:ext cx="4541617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128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 →  FastAPI  →  Job Manager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StoryPipeline (Qwen2.5 + FLUX + Kokoro)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Story JSON  →  Viewer / PDF / Video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ROOM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548640" y="1417320"/>
          <a:ext cx="6400800" cy="237744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3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Story generation (title, genre, multi-page narrative)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FLUX.1-schnell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Page-by-page illustration generation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Kokoro TTS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Natural-sounding narration synthesis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Models?</a:t>
            </a:r>
            <a:endParaRPr lang="en-US" sz="1800" dirty="0"/>
          </a:p>
        </p:txBody>
      </p:sp>
      <p:sp>
        <p:nvSpPr>
          <p:cNvPr id="4" name="Shape 3"/>
          <p:cNvSpPr/>
          <p:nvPr/>
        </p:nvSpPr>
        <p:spPr>
          <a:xfrm>
            <a:off x="548640" y="461772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617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inference speed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794760" y="461772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3794760" y="4617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output quality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39496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53949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&amp; swappable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794760" y="5394960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3794760" y="53949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ROCm-compatible on AMD GPUs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0" y="1417320"/>
            <a:ext cx="4297680" cy="5212080"/>
          </a:xfrm>
          <a:prstGeom prst="roundRect">
            <a:avLst>
              <a:gd name="adj" fmla="val 2128"/>
            </a:avLst>
          </a:prstGeom>
          <a:solidFill>
            <a:srgbClr val="1E293B"/>
          </a:solidFill>
          <a:ln/>
        </p:spPr>
      </p:sp>
      <p:sp>
        <p:nvSpPr>
          <p:cNvPr id="15" name="Shape 12"/>
          <p:cNvSpPr/>
          <p:nvPr/>
        </p:nvSpPr>
        <p:spPr>
          <a:xfrm>
            <a:off x="7635240" y="1737360"/>
            <a:ext cx="777240" cy="77724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6" name="Image 0" descr="icon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190195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549640" y="17190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549640" y="2084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multi-page story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635240" y="3383280"/>
            <a:ext cx="777240" cy="77724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20" name="Image 1" descr="icon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54787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49640" y="3364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FLUX.1-schnell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49640" y="3730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illustrations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635240" y="5029200"/>
            <a:ext cx="777240" cy="77724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24" name="Image 2" descr="icon_au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5193792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49640" y="50109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Kokoro TTS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549640" y="53766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Page-wise narration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Radeon + ROCm Optimization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548640" y="1874940"/>
          <a:ext cx="6492240" cy="3429000"/>
        </p:xfrm>
        <a:graphic>
          <a:graphicData uri="http://schemas.openxmlformats.org/drawingml/2006/table">
            <a:tbl>
              <a:tblPr/>
              <a:tblGrid>
                <a:gridCol w="2743200"/>
                <a:gridCol w="3749040"/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Optimization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3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ROCm PyTorch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GPU-accelerated inference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model loading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reload overhead per request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FP16 half-precision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VRAM, higher throughput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 job pipeline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HTTP timeouts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AMD Radeon Cloud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High-performance GPU deployment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1039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2.9.1  •  AMD Radeon Graphics  •  ROCm runtime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0" y="1866702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" name="Image 0" descr="icon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5931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8160" y="193985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47.98 GB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8138160" y="248849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VRAM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315200" y="3101142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1" name="Image 1" descr="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39375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38160" y="317429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41.68 GB</a:t>
            </a:r>
            <a:endParaRPr lang="en-US" sz="3000" dirty="0"/>
          </a:p>
        </p:txBody>
      </p:sp>
      <p:sp>
        <p:nvSpPr>
          <p:cNvPr id="13" name="Text 8"/>
          <p:cNvSpPr/>
          <p:nvPr/>
        </p:nvSpPr>
        <p:spPr>
          <a:xfrm>
            <a:off x="8138160" y="372293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Memory Used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315200" y="4335582"/>
            <a:ext cx="42976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5" name="Image 2" descr="icon_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62819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38160" y="440873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sec</a:t>
            </a:r>
            <a:endParaRPr lang="en-US" sz="3000" dirty="0"/>
          </a:p>
        </p:txBody>
      </p:sp>
      <p:sp>
        <p:nvSpPr>
          <p:cNvPr id="17" name="Text 11"/>
          <p:cNvSpPr/>
          <p:nvPr/>
        </p:nvSpPr>
        <p:spPr>
          <a:xfrm>
            <a:off x="8138160" y="495737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000" dirty="0"/>
          </a:p>
        </p:txBody>
      </p:sp>
      <p:sp>
        <p:nvSpPr>
          <p:cNvPr id="20" name="Text 2"/>
          <p:cNvSpPr/>
          <p:nvPr/>
        </p:nvSpPr>
        <p:spPr>
          <a:xfrm>
            <a:off x="548640" y="11430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Executed entirely on AMD </a:t>
            </a:r>
            <a:r>
              <a:rPr lang="en-US" sz="1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Radeon</a:t>
            </a:r>
            <a:r>
              <a:rPr lang="en-US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Cloud using </a:t>
            </a:r>
            <a:r>
              <a:rPr lang="en-US" sz="1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ROCm</a:t>
            </a:r>
            <a:r>
              <a:rPr lang="en-US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-enabled </a:t>
            </a:r>
            <a:r>
              <a:rPr lang="en-US" sz="1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PyTorch</a:t>
            </a:r>
            <a:endParaRPr 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Walkthrough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pic>
        <p:nvPicPr>
          <p:cNvPr id="5" name="Image 0" descr="ui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2806"/>
            <a:ext cx="3429000" cy="15950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0965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Home Page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434840" y="1417320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pic>
        <p:nvPicPr>
          <p:cNvPr id="8" name="Image 1" descr="ui_genera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12189"/>
            <a:ext cx="3429000" cy="16163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34840" y="40965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Generating Screen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321040" y="1417320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pic>
        <p:nvPicPr>
          <p:cNvPr id="11" name="Image 2" descr="story_sam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554480"/>
            <a:ext cx="2331720" cy="2331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21040" y="40965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Illustrated Page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4526280"/>
            <a:ext cx="370332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452628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PDF + Video Export 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434840" y="4526280"/>
            <a:ext cx="370332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434840" y="452628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Narrated </a:t>
            </a:r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321040" y="4526280"/>
            <a:ext cx="370332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321040" y="452628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00" b="1" dirty="0" smtClean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Story Viewer</a:t>
            </a:r>
            <a:endParaRPr lang="en-US" sz="1600" dirty="0" smtClean="0"/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48640" y="5687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→ Story → Illustrations → Narration → PDF &amp; MP4 — all in one flow.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 rot="-5400000">
            <a:off x="4250726" y="2554964"/>
            <a:ext cx="185352" cy="182882"/>
          </a:xfrm>
          <a:prstGeom prst="downArrow">
            <a:avLst/>
          </a:prstGeom>
          <a:solidFill>
            <a:schemeClr val="bg1"/>
          </a:solidFill>
          <a:ln/>
        </p:spPr>
      </p:sp>
      <p:sp>
        <p:nvSpPr>
          <p:cNvPr id="22" name="Shape 13"/>
          <p:cNvSpPr/>
          <p:nvPr/>
        </p:nvSpPr>
        <p:spPr>
          <a:xfrm rot="-5400000">
            <a:off x="8136925" y="2462288"/>
            <a:ext cx="185351" cy="182880"/>
          </a:xfrm>
          <a:prstGeom prst="downArrow">
            <a:avLst/>
          </a:prstGeom>
          <a:solidFill>
            <a:schemeClr val="bg1"/>
          </a:solidFill>
          <a:ln/>
        </p:spPr>
      </p:sp>
      <p:sp>
        <p:nvSpPr>
          <p:cNvPr id="23" name="Shape 13"/>
          <p:cNvSpPr/>
          <p:nvPr/>
        </p:nvSpPr>
        <p:spPr>
          <a:xfrm>
            <a:off x="11567779" y="4023360"/>
            <a:ext cx="275556" cy="502920"/>
          </a:xfrm>
          <a:prstGeom prst="downArrow">
            <a:avLst/>
          </a:prstGeom>
          <a:solidFill>
            <a:schemeClr val="bg1"/>
          </a:solidFill>
          <a:ln/>
        </p:spPr>
      </p:sp>
      <p:sp>
        <p:nvSpPr>
          <p:cNvPr id="24" name="Shape 13"/>
          <p:cNvSpPr/>
          <p:nvPr/>
        </p:nvSpPr>
        <p:spPr>
          <a:xfrm rot="5400000">
            <a:off x="8136924" y="4965855"/>
            <a:ext cx="185351" cy="182880"/>
          </a:xfrm>
          <a:prstGeom prst="downArrow">
            <a:avLst/>
          </a:prstGeom>
          <a:solidFill>
            <a:schemeClr val="bg1"/>
          </a:solidFill>
          <a:ln/>
        </p:spPr>
      </p:sp>
      <p:sp>
        <p:nvSpPr>
          <p:cNvPr id="25" name="Shape 13"/>
          <p:cNvSpPr/>
          <p:nvPr/>
        </p:nvSpPr>
        <p:spPr>
          <a:xfrm rot="5400000">
            <a:off x="4250727" y="4965855"/>
            <a:ext cx="185351" cy="182880"/>
          </a:xfrm>
          <a:prstGeom prst="downArrow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Benchmarks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672860" y="1865721"/>
          <a:ext cx="521208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3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Story Generation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Generation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 / page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 Generation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s / page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 Generation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smtClean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 </a:t>
                      </a: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Pipeline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 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865721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6263640" y="1975449"/>
          <a:ext cx="5212080" cy="3346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2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2733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Illustrated Storybook Generated in 72 </a:t>
            </a:r>
            <a:r>
              <a:rPr lang="en-US" sz="2000" b="1" dirty="0" smtClean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 </a:t>
            </a:r>
            <a:endParaRPr lang="en-US" sz="2000" dirty="0"/>
          </a:p>
        </p:txBody>
      </p:sp>
      <p:sp>
        <p:nvSpPr>
          <p:cNvPr id="4" name="Text 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00" dirty="0"/>
          </a:p>
        </p:txBody>
      </p:sp>
      <p:sp>
        <p:nvSpPr>
          <p:cNvPr id="10" name="Text 2"/>
          <p:cNvSpPr/>
          <p:nvPr/>
        </p:nvSpPr>
        <p:spPr>
          <a:xfrm>
            <a:off x="548639" y="1142999"/>
            <a:ext cx="10346523" cy="539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buFont typeface="Wingdings" pitchFamily="2" charset="2"/>
              <a:buChar char="q"/>
            </a:pPr>
            <a:r>
              <a:rPr lang="en-US" sz="1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All </a:t>
            </a:r>
            <a:r>
              <a:rPr lang="en-US" sz="1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AI models execute within a single multimodal pipeline while maintaining GPU-resident model loading and asynchronous execution.</a:t>
            </a:r>
            <a:endParaRPr lang="en-US" sz="1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HELPS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173736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" y="2057400"/>
            <a:ext cx="1005840" cy="100584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6" name="Image 0" descr="icon_edu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08" y="226771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32461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825496" y="173736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3351276" y="2057400"/>
            <a:ext cx="1005840" cy="100584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0" name="Image 1" descr="icon_par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3344" y="2267712"/>
            <a:ext cx="585216" cy="585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25496" y="32461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065776" y="173736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13" name="Shape 9"/>
          <p:cNvSpPr/>
          <p:nvPr/>
        </p:nvSpPr>
        <p:spPr>
          <a:xfrm>
            <a:off x="5591556" y="2057400"/>
            <a:ext cx="1005840" cy="100584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4" name="Image 2" descr="icon_publish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868" y="2267712"/>
            <a:ext cx="585216" cy="5852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65776" y="32461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306056" y="173736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17" name="Shape 12"/>
          <p:cNvSpPr/>
          <p:nvPr/>
        </p:nvSpPr>
        <p:spPr>
          <a:xfrm>
            <a:off x="7831836" y="2057400"/>
            <a:ext cx="1005840" cy="100584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8" name="Image 3" descr="icon_accessi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2148" y="2267712"/>
            <a:ext cx="585216" cy="585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06056" y="32461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9546336" y="1737360"/>
            <a:ext cx="2057400" cy="265176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21" name="Shape 15"/>
          <p:cNvSpPr/>
          <p:nvPr/>
        </p:nvSpPr>
        <p:spPr>
          <a:xfrm>
            <a:off x="10072116" y="2057400"/>
            <a:ext cx="1005840" cy="100584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22" name="Image 4" descr="icon_creato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428" y="2267712"/>
            <a:ext cx="585216" cy="5852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46336" y="32461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1595628" y="4892040"/>
            <a:ext cx="8686800" cy="914400"/>
          </a:xfrm>
          <a:prstGeom prst="roundRect">
            <a:avLst>
              <a:gd name="adj" fmla="val 12000"/>
            </a:avLst>
          </a:prstGeom>
          <a:solidFill>
            <a:srgbClr val="2733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595628" y="48920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  →  Complete Storybook</a:t>
            </a:r>
            <a:endParaRPr lang="en-US" sz="2400" dirty="0"/>
          </a:p>
        </p:txBody>
      </p:sp>
      <p:sp>
        <p:nvSpPr>
          <p:cNvPr id="26" name="Text 19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000" dirty="0"/>
          </a:p>
        </p:txBody>
      </p:sp>
      <p:sp>
        <p:nvSpPr>
          <p:cNvPr id="27" name="Rectangle 26"/>
          <p:cNvSpPr/>
          <p:nvPr/>
        </p:nvSpPr>
        <p:spPr>
          <a:xfrm>
            <a:off x="548640" y="1143000"/>
            <a:ext cx="11027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Reduces </a:t>
            </a:r>
            <a:r>
              <a:rPr lang="en-US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multimedia story creation from hours of manual work to approximately one minute through an automated AI pipeline.</a:t>
            </a:r>
            <a:endParaRPr 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1463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" y="1805940"/>
            <a:ext cx="731520" cy="73152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6" name="Image 0" descr="icon_multiling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796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2496" y="146304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34256" y="1463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562856" y="1805940"/>
            <a:ext cx="731520" cy="73152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0" name="Image 1" descr="icon_charac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9796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31536" y="146304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Consistency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83296" y="14630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</p:spPr>
      </p:sp>
      <p:sp>
        <p:nvSpPr>
          <p:cNvPr id="13" name="Shape 9"/>
          <p:cNvSpPr/>
          <p:nvPr/>
        </p:nvSpPr>
        <p:spPr>
          <a:xfrm>
            <a:off x="8311896" y="1805940"/>
            <a:ext cx="731520" cy="73152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4" name="Image 2" descr="icon_anim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197967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80576" y="146304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85216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</p:spPr>
      </p:sp>
      <p:sp>
        <p:nvSpPr>
          <p:cNvPr id="17" name="Shape 12"/>
          <p:cNvSpPr/>
          <p:nvPr/>
        </p:nvSpPr>
        <p:spPr>
          <a:xfrm>
            <a:off x="813816" y="3451860"/>
            <a:ext cx="731520" cy="73152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8" name="Image 3" descr="icon_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62559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82496" y="31089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Scaling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334256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</p:spPr>
      </p:sp>
      <p:sp>
        <p:nvSpPr>
          <p:cNvPr id="21" name="Shape 15"/>
          <p:cNvSpPr/>
          <p:nvPr/>
        </p:nvSpPr>
        <p:spPr>
          <a:xfrm>
            <a:off x="4562856" y="3451860"/>
            <a:ext cx="731520" cy="73152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22" name="Image 4" descr="icon_collabo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362559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31536" y="31089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8083296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</p:spPr>
      </p:sp>
      <p:sp>
        <p:nvSpPr>
          <p:cNvPr id="25" name="Shape 18"/>
          <p:cNvSpPr/>
          <p:nvPr/>
        </p:nvSpPr>
        <p:spPr>
          <a:xfrm>
            <a:off x="8311896" y="3451860"/>
            <a:ext cx="731520" cy="731520"/>
          </a:xfrm>
          <a:prstGeom prst="ellipse">
            <a:avLst/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26" name="Image 5" descr="icon_mob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36255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80576" y="31089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27334A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548640" y="514807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0" name="Text 22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r>
              <a:rPr lang="en-US" sz="13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</a:t>
            </a:r>
            <a:r>
              <a:rPr lang="en-US" sz="1300" dirty="0" err="1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sinifive</a:t>
            </a:r>
            <a:r>
              <a:rPr lang="en-US" sz="13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300" dirty="0" err="1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300" dirty="0" err="1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toryCanvasAI</a:t>
            </a:r>
            <a:r>
              <a:rPr lang="en-US" sz="13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Demo Link in README   •   Team Sinifive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519</Words>
  <Application>Microsoft Office PowerPoint</Application>
  <PresentationFormat>Custom</PresentationFormat>
  <Paragraphs>148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10</cp:revision>
  <dcterms:created xsi:type="dcterms:W3CDTF">2026-08-01T14:12:20Z</dcterms:created>
  <dcterms:modified xsi:type="dcterms:W3CDTF">2026-08-01T15:52:22Z</dcterms:modified>
</cp:coreProperties>
</file>