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b="1">
                <a:solidFill>
                  <a:srgbClr val="DC5000"/>
                </a:solidFill>
              </a:rPr>
              <a:t>ForgeAI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Private AI Engineering Team</a:t>
            </a:r>
          </a:p>
          <a:p/>
          <a:p>
            <a:r>
              <a:t>AMD AI DevMaster Hackathon 2026 -- Track 2</a:t>
            </a:r>
          </a:p>
          <a:p>
            <a:r>
              <a:t>Team: Script-Kitty01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5000"/>
                </a:solidFill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Code review is slow, expensive, and inconsistent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Cloud AI tools leak your source code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Solo devs &amp; small teams lack review bandwidth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Solution: A private AI engineering team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running locally on AMD Radeon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5000"/>
                </a:solidFill>
              </a:rPr>
              <a:t>What is ForgeAI?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Conversational multi-agent AI assistant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6 specialized agents working together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100% local on AMD Radeon GPU via ROCm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Upload a repo -&gt; ask questions -&gt; get comprehensive review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No cloud. No API keys. No data leaks.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5000"/>
                </a:solidFill>
              </a:defRPr>
            </a:pPr>
            <a:r>
              <a:t>Agent Architecture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DC5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DC5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Tools</a:t>
                      </a:r>
                    </a:p>
                  </a:txBody>
                  <a:tcPr>
                    <a:solidFill>
                      <a:srgbClr val="DC5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Planner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Orchestrates analysis, decomposes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Finds vulnerabilities (OWASP, CWE, secrets)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Bandit, Semgrep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Spots bottlenecks &amp; anti-patterns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Code Search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Evaluates design &amp; modularity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Git Analyzer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DevOps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Checks deployment readiness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Dockerfile Validator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Consensus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Cross-review debate &amp; final verdict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5000"/>
                </a:solidFill>
              </a:rPr>
              <a:t>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Multi-turn conversation with memory (LangGraph checkpointing)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RAG-powered code retrieval (ChromaDB + ROCm embeddings)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Tool invocation (Bandit, Semgrep, Git, Docker)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Multi-agent collaboration with cross-review debate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Quality scoring (0.0-1.0) for every finding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Privacy-first: 100% local, no cloud dependency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5000"/>
                </a:solidFill>
              </a:defRPr>
            </a:pPr>
            <a:r>
              <a:t>GPU Optimization &amp;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DC5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DC5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AMD Radeon gfx1100, 96 CUs, 51 GB VRAM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ROCm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ROCm 7.2.1 / HIP 7.2.53211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Llama 3.2 3B Instruct Q4_K_M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Token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124 tok/s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Prompt 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17.4 tok/s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VRAM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2.57 GB / 51 GB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CPU vs GPU Speedup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15.5x faster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5000"/>
                </a:solidFill>
              </a:rPr>
              <a:t>Demo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Test repo with intentional vulnerabilities analyzed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30 findings: 3 critical, 8 high, 4 medium, 15 low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Overall Quality Score: 0.75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Example query: 'Find security vulnerabilities'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-&gt; 10 findings, Quality Score 0.85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-&gt; Detected: hardcoded secrets, SQL injection, XSS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5000"/>
                </a:solidFill>
              </a:rPr>
              <a:t>Why AMD Radeon?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Complete data privacy -- no cloud, no API keys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Consumer GPU accessible (4GB+ VRAM sufficient)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ROCm ecosystem maturity and growing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Competitive inference speed (124 tok/s on 3B model)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Cost-effective vs cloud API subscriptions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Open-source stack from GPU driver to inference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5000"/>
                </a:solidFill>
              </a:rP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Multi-repo comparison &amp; cross-project analysis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Custom rule injection for organization-specific policies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CI/CD integration (GitHub Actions, GitLab CI)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Fine-tuned models specialized for code review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VS Code extension for in-editor analysis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Support for larger models (7B, 13B) on multi-GPU setups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b="1">
                <a:solidFill>
                  <a:srgbClr val="DC5000"/>
                </a:solidFill>
              </a:rP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GitHub: Script-Kitty01/devMaster_amd</a:t>
            </a:r>
          </a:p>
          <a:p>
            <a:r>
              <a:t>Demo Video: https://drive.google.com/drive/folders/1PHfQT8CkQi6C3Jq6fY6C_3cnXVxyGfLl</a:t>
            </a:r>
          </a:p>
          <a:p/>
          <a:p>
            <a:r>
              <a:t>Built with love on AMD Radeon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