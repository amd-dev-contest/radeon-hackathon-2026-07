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188720"/>
            <a:ext cx="5029200" cy="502920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291840" cy="329184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F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AI · TEXT-TO-IMAGE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Zivra Vision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hardware-portable Stable Diffusion studio — runs unmodified on CPU, NVIDIA CUDA, and AMD ROCm.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32918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4348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Zivra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 Sangamithra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AI DevMaster Hackathon 2026  •  Track: Multimodal 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AI shouldn't be locked to one GPU vendor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36506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rgbClr val="D6EAF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☁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APIs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rate limits, and data-privacy trade-offs come with every external call.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196596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36506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2286000"/>
            <a:ext cx="640080" cy="640080"/>
          </a:xfrm>
          <a:prstGeom prst="ellipse">
            <a:avLst/>
          </a:prstGeom>
          <a:solidFill>
            <a:srgbClr val="D6EAF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26280" y="31089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lock-in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26280" y="361188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diffusion pipelines are usually hard-wired to NVIDIA hardware.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55280" y="196596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36506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75320" y="2286000"/>
            <a:ext cx="640080" cy="640080"/>
          </a:xfrm>
          <a:prstGeom prst="ellipse">
            <a:avLst/>
          </a:prstGeom>
          <a:solidFill>
            <a:srgbClr val="D6EAF0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🚫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229600" y="31089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AMD on-ramp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29600" y="361188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Radeon GPU owners are left without an easy, code-free path to run these models.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440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need: a lightweight, open, self-hosted image generator that runs equally well on CPU, CUDA, and ROCm — with zero code changes.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Zivra Vision — AMD AI DevMaster Hackathon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Zivra Vision set out to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737360"/>
            <a:ext cx="9966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working text-to-image generator using an open-source diffusion model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624328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243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2578608"/>
            <a:ext cx="9966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an accessible, no-code web interface for prompt entry and image viewing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3465576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4655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3419856"/>
            <a:ext cx="9966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the application runs on CPU as a fallback with no code changes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430682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30682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4261104"/>
            <a:ext cx="9966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code to be Radeon / ROCm-compatible for automatic GPU acceleration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40080" y="5148072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1480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5102352"/>
            <a:ext cx="9966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codebase minimal and readable for hackathon review and reproducibility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Zivra Vision — AMD AI DevMaster Hackathon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 three-layer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078992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36506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30552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874520"/>
            <a:ext cx="160020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17520" y="1874520"/>
            <a:ext cx="320040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Blocks UI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355080" y="1874520"/>
            <a:ext cx="48920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prompt, steps, guidance scale; displays output image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271576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9C4"/>
                </a:solidFill>
              </a:rPr>
              <a:t>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898648"/>
            <a:ext cx="1078992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36506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3154680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2898648"/>
            <a:ext cx="160020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17520" y="2898648"/>
            <a:ext cx="320040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generate() function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355080" y="2898648"/>
            <a:ext cx="48920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Invokes the diffusion pipeline with user parameters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" y="3739896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9C4"/>
                </a:solidFill>
              </a:rPr>
              <a:t>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922776"/>
            <a:ext cx="1078992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365068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4178808"/>
            <a:ext cx="347472" cy="347472"/>
          </a:xfrm>
          <a:prstGeom prst="ellipse">
            <a:avLst/>
          </a:prstGeom>
          <a:solidFill>
            <a:srgbClr val="2F7A96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160" y="3922776"/>
            <a:ext cx="160020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17520" y="3922776"/>
            <a:ext cx="320040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StableDiffusionPipeline (diffusers)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355080" y="3922776"/>
            <a:ext cx="48920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denoising loop to synthesize the image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4048" y="476402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9C4"/>
                </a:solidFill>
              </a:rPr>
              <a:t>▼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946904"/>
            <a:ext cx="1078992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36506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7240" y="5202936"/>
            <a:ext cx="347472" cy="34747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4" name="Text 22"/>
          <p:cNvSpPr/>
          <p:nvPr/>
        </p:nvSpPr>
        <p:spPr>
          <a:xfrm>
            <a:off x="1280160" y="4946904"/>
            <a:ext cx="160020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017520" y="4946904"/>
            <a:ext cx="320040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/ CUDA / ROCm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355080" y="4946904"/>
            <a:ext cx="48920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tensor operations; GPU path auto-selected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Zivra Vision — AMD AI DevMaster Hackathon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open, portable tooling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310128" cy="1600200"/>
          </a:xfrm>
          <a:prstGeom prst="roundRect">
            <a:avLst>
              <a:gd name="adj" fmla="val 5714"/>
            </a:avLst>
          </a:prstGeom>
          <a:solidFill>
            <a:srgbClr val="283568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2075688"/>
            <a:ext cx="2852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F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" y="2441448"/>
            <a:ext cx="285292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114800" y="1874520"/>
            <a:ext cx="3310128" cy="1600200"/>
          </a:xfrm>
          <a:prstGeom prst="roundRect">
            <a:avLst>
              <a:gd name="adj" fmla="val 5714"/>
            </a:avLst>
          </a:prstGeom>
          <a:solidFill>
            <a:srgbClr val="283568"/>
          </a:solidFill>
          <a:ln/>
        </p:spPr>
      </p:sp>
      <p:sp>
        <p:nvSpPr>
          <p:cNvPr id="8" name="Text 6"/>
          <p:cNvSpPr/>
          <p:nvPr/>
        </p:nvSpPr>
        <p:spPr>
          <a:xfrm>
            <a:off x="4370832" y="2075688"/>
            <a:ext cx="2852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F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70832" y="2441448"/>
            <a:ext cx="285292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Diffusion v1.5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680960" y="1874520"/>
            <a:ext cx="3310128" cy="1600200"/>
          </a:xfrm>
          <a:prstGeom prst="roundRect">
            <a:avLst>
              <a:gd name="adj" fmla="val 5714"/>
            </a:avLst>
          </a:prstGeom>
          <a:solidFill>
            <a:srgbClr val="283568"/>
          </a:solidFill>
          <a:ln/>
        </p:spPr>
      </p:sp>
      <p:sp>
        <p:nvSpPr>
          <p:cNvPr id="11" name="Text 9"/>
          <p:cNvSpPr/>
          <p:nvPr/>
        </p:nvSpPr>
        <p:spPr>
          <a:xfrm>
            <a:off x="7936992" y="2075688"/>
            <a:ext cx="2852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F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LIBRARY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936992" y="2441448"/>
            <a:ext cx="285292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diffusers, PyTorch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3310128" cy="1600200"/>
          </a:xfrm>
          <a:prstGeom prst="roundRect">
            <a:avLst>
              <a:gd name="adj" fmla="val 5714"/>
            </a:avLst>
          </a:prstGeom>
          <a:solidFill>
            <a:srgbClr val="283568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3950208"/>
            <a:ext cx="2852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F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" y="4315968"/>
            <a:ext cx="285292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Blocks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4114800" y="3749040"/>
            <a:ext cx="3310128" cy="1600200"/>
          </a:xfrm>
          <a:prstGeom prst="roundRect">
            <a:avLst>
              <a:gd name="adj" fmla="val 5714"/>
            </a:avLst>
          </a:prstGeom>
          <a:solidFill>
            <a:srgbClr val="283568"/>
          </a:solidFill>
          <a:ln/>
        </p:spPr>
      </p:sp>
      <p:sp>
        <p:nvSpPr>
          <p:cNvPr id="17" name="Text 15"/>
          <p:cNvSpPr/>
          <p:nvPr/>
        </p:nvSpPr>
        <p:spPr>
          <a:xfrm>
            <a:off x="4370832" y="3950208"/>
            <a:ext cx="2852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F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70832" y="4315968"/>
            <a:ext cx="285292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ROCm PyTorch / CUDA / CPU fallback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Zivra Vision — AMD AI DevMaster Hackathon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RADEON &amp; ROCM INTEGRATION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vendor-specific code, by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1206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Zivra Vision never hard-codes NVIDIA-specific logic.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selection runs through PyTorch's standard torch.cuda.is_available() check, which returns True on both CUDA and ROCm-enabled builds — since ROCm exposes the same CUDA-compatible interface.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79476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installed, the app automatically loads the model in float16 precision on the Radeon GPU and enables attention slicing to cut VRAM usage — with zero changes to app.py.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89320" y="1691640"/>
            <a:ext cx="5669280" cy="1737360"/>
          </a:xfrm>
          <a:prstGeom prst="roundRect">
            <a:avLst>
              <a:gd name="adj" fmla="val 4211"/>
            </a:avLst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626364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F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ROCm INSTALL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63640" y="214884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torch torchvision torchaudio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--index-url https://download.pytorch.org/whl/rocm6.2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89320" y="3749040"/>
            <a:ext cx="1796796" cy="502920"/>
          </a:xfrm>
          <a:prstGeom prst="roundRect">
            <a:avLst>
              <a:gd name="adj" fmla="val 49091"/>
            </a:avLst>
          </a:prstGeom>
          <a:solidFill>
            <a:srgbClr val="D6EAF0"/>
          </a:solidFill>
          <a:ln/>
        </p:spPr>
      </p:sp>
      <p:sp>
        <p:nvSpPr>
          <p:cNvPr id="10" name="Text 8"/>
          <p:cNvSpPr/>
          <p:nvPr/>
        </p:nvSpPr>
        <p:spPr>
          <a:xfrm>
            <a:off x="5989320" y="3749040"/>
            <a:ext cx="17967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float16 precision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968996" y="3749040"/>
            <a:ext cx="1796796" cy="502920"/>
          </a:xfrm>
          <a:prstGeom prst="roundRect">
            <a:avLst>
              <a:gd name="adj" fmla="val 49091"/>
            </a:avLst>
          </a:prstGeom>
          <a:solidFill>
            <a:srgbClr val="D6EAF0"/>
          </a:solidFill>
          <a:ln/>
        </p:spPr>
      </p:sp>
      <p:sp>
        <p:nvSpPr>
          <p:cNvPr id="12" name="Text 10"/>
          <p:cNvSpPr/>
          <p:nvPr/>
        </p:nvSpPr>
        <p:spPr>
          <a:xfrm>
            <a:off x="7968996" y="3749040"/>
            <a:ext cx="17967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slicing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89320" y="4389120"/>
            <a:ext cx="1883664" cy="502920"/>
          </a:xfrm>
          <a:prstGeom prst="roundRect">
            <a:avLst>
              <a:gd name="adj" fmla="val 49091"/>
            </a:avLst>
          </a:prstGeom>
          <a:solidFill>
            <a:srgbClr val="D6EAF0"/>
          </a:solidFill>
          <a:ln/>
        </p:spPr>
      </p:sp>
      <p:sp>
        <p:nvSpPr>
          <p:cNvPr id="14" name="Text 12"/>
          <p:cNvSpPr/>
          <p:nvPr/>
        </p:nvSpPr>
        <p:spPr>
          <a:xfrm>
            <a:off x="5989320" y="438912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GPU detection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55864" y="4389120"/>
            <a:ext cx="1623060" cy="502920"/>
          </a:xfrm>
          <a:prstGeom prst="roundRect">
            <a:avLst>
              <a:gd name="adj" fmla="val 49091"/>
            </a:avLst>
          </a:prstGeom>
          <a:solidFill>
            <a:srgbClr val="D6EAF0"/>
          </a:solidFill>
          <a:ln/>
        </p:spPr>
      </p:sp>
      <p:sp>
        <p:nvSpPr>
          <p:cNvPr id="16" name="Text 14"/>
          <p:cNvSpPr/>
          <p:nvPr/>
        </p:nvSpPr>
        <p:spPr>
          <a:xfrm>
            <a:off x="8055864" y="4389120"/>
            <a:ext cx="16230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changes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Zivra Vision — AMD AI DevMaster Hackathon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prompt to pixels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491740" cy="28346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365068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1902" y="2377440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501902" y="23774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154680"/>
            <a:ext cx="21259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prompt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21259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a prompt and sets steps + guidance scale in-browser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58668" y="315468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B9C4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14700" y="2103120"/>
            <a:ext cx="2491740" cy="28346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365068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67962" y="237744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267962" y="23774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97580" y="3154680"/>
            <a:ext cx="21259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generate()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497580" y="3657600"/>
            <a:ext cx="21259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app invokes generate() with those parameters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24728" y="315468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B9C4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080760" y="2103120"/>
            <a:ext cx="2491740" cy="28346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365068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34022" y="2377440"/>
            <a:ext cx="585216" cy="585216"/>
          </a:xfrm>
          <a:prstGeom prst="ellipse">
            <a:avLst/>
          </a:prstGeom>
          <a:solidFill>
            <a:srgbClr val="2F7A96"/>
          </a:solidFill>
          <a:ln/>
        </p:spPr>
      </p:sp>
      <p:sp>
        <p:nvSpPr>
          <p:cNvPr id="18" name="Text 16"/>
          <p:cNvSpPr/>
          <p:nvPr/>
        </p:nvSpPr>
        <p:spPr>
          <a:xfrm>
            <a:off x="7034022" y="23774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63640" y="3154680"/>
            <a:ext cx="21259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diffusion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263640" y="3657600"/>
            <a:ext cx="21259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StableDiffusionPipeline runs the denoising loop on the detected device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90788" y="315468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B9C4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846820" y="2103120"/>
            <a:ext cx="2491740" cy="28346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365068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800082" y="2377440"/>
            <a:ext cx="585216" cy="585216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4" name="Text 22"/>
          <p:cNvSpPr/>
          <p:nvPr/>
        </p:nvSpPr>
        <p:spPr>
          <a:xfrm>
            <a:off x="9800082" y="23774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029700" y="3154680"/>
            <a:ext cx="21259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image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029700" y="3657600"/>
            <a:ext cx="21259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Decoded image tensor is returned to the browser for display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Zivra Vision — AMD AI DevMaster Hackathon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studio delivers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63500" dist="25400" dir="5400000">
              <a:srgbClr val="36506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03120"/>
            <a:ext cx="502920" cy="502920"/>
          </a:xfrm>
          <a:prstGeom prst="ellipse">
            <a:avLst/>
          </a:prstGeom>
          <a:solidFill>
            <a:srgbClr val="D6EAF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✎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2715768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Free-form prompts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3063240"/>
            <a:ext cx="302666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Text-to-image generation from natural-language descriptions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70248" y="187452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63500" dist="25400" dir="5400000">
              <a:srgbClr val="36506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98848" y="2103120"/>
            <a:ext cx="502920" cy="502920"/>
          </a:xfrm>
          <a:prstGeom prst="ellipse">
            <a:avLst/>
          </a:prstGeom>
          <a:solidFill>
            <a:srgbClr val="D6EAF0"/>
          </a:solidFill>
          <a:ln/>
        </p:spPr>
      </p:sp>
      <p:sp>
        <p:nvSpPr>
          <p:cNvPr id="11" name="Text 9"/>
          <p:cNvSpPr/>
          <p:nvPr/>
        </p:nvSpPr>
        <p:spPr>
          <a:xfrm>
            <a:off x="4498848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⚙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471416" y="2715768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Tunable quality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471416" y="3063240"/>
            <a:ext cx="302666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 inference steps (10–50) and guidance scale (1–10)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991856" y="187452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63500" dist="25400" dir="5400000">
              <a:srgbClr val="36506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0456" y="2103120"/>
            <a:ext cx="502920" cy="502920"/>
          </a:xfrm>
          <a:prstGeom prst="ellipse">
            <a:avLst/>
          </a:prstGeom>
          <a:solidFill>
            <a:srgbClr val="D6EAF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0456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⚡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193024" y="2715768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acceleration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193024" y="3063240"/>
            <a:ext cx="302666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/ ROCm GPU acceleration with seamless CPU fallback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63500" dist="25400" dir="5400000">
              <a:srgbClr val="365068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251960"/>
            <a:ext cx="502920" cy="502920"/>
          </a:xfrm>
          <a:prstGeom prst="ellipse">
            <a:avLst/>
          </a:prstGeom>
          <a:solidFill>
            <a:srgbClr val="D6EAF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💾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49808" y="4864608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slicing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49808" y="5212080"/>
            <a:ext cx="302666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GPU memory footprint for constrained hardware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70248" y="402336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63500" dist="25400" dir="5400000">
              <a:srgbClr val="365068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98848" y="4251960"/>
            <a:ext cx="502920" cy="502920"/>
          </a:xfrm>
          <a:prstGeom prst="ellipse">
            <a:avLst/>
          </a:prstGeom>
          <a:solidFill>
            <a:srgbClr val="D6EAF0"/>
          </a:solidFill>
          <a:ln/>
        </p:spPr>
      </p:sp>
      <p:sp>
        <p:nvSpPr>
          <p:cNvPr id="26" name="Text 24"/>
          <p:cNvSpPr/>
          <p:nvPr/>
        </p:nvSpPr>
        <p:spPr>
          <a:xfrm>
            <a:off x="4498848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🌐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471416" y="4864608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Shareable interface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471416" y="5212080"/>
            <a:ext cx="302666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Gradio web UI with public link support (share=True)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991856" y="402336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63500" dist="25400" dir="5400000">
              <a:srgbClr val="365068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20456" y="4251960"/>
            <a:ext cx="502920" cy="502920"/>
          </a:xfrm>
          <a:prstGeom prst="ellipse">
            <a:avLst/>
          </a:prstGeom>
          <a:solidFill>
            <a:srgbClr val="D6EAF0"/>
          </a:solidFill>
          <a:ln/>
        </p:spPr>
      </p:sp>
      <p:sp>
        <p:nvSpPr>
          <p:cNvPr id="31" name="Text 29"/>
          <p:cNvSpPr/>
          <p:nvPr/>
        </p:nvSpPr>
        <p:spPr>
          <a:xfrm>
            <a:off x="8220456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🖥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193024" y="4864608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Zero-dependency run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193024" y="5212080"/>
            <a:ext cx="302666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API — the model runs entirely on local hardware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Zivra Vision — AMD AI DevMaster Hackathon 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Validated on CPU, ready for ROCm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7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and demonstrated on CPU hardware due to hackathon time constraints on GPU provisioning. The full pipeline, code path, and dependency stack are ROCm-compatible and need no code modification — only the PyTorch install target changes.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28356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3375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6F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image on CPU baseline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51960" y="306324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283568"/>
          </a:solidFill>
          <a:ln/>
        </p:spPr>
      </p:sp>
      <p:sp>
        <p:nvSpPr>
          <p:cNvPr id="9" name="Text 7"/>
          <p:cNvSpPr/>
          <p:nvPr/>
        </p:nvSpPr>
        <p:spPr>
          <a:xfrm>
            <a:off x="4251960" y="33375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6F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~sec(s)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526280" y="42976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per image on GPU (CUDA/ROCm)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955280" y="306324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283568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0" y="33375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6F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8229600" y="42976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changes needed for ROCm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5349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inference validated the correctness of the model integration and interface end-to-end.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Zivra Vision — AMD AI DevMaster Hackathon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Zivra Vision goes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0789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5681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568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↗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783080"/>
            <a:ext cx="9784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and document actual inference latency on AMD Radeon GPUs via ROCm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0789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82549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8254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↗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651760"/>
            <a:ext cx="9784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support for faster models such as SDXL-Turbo for near-real-time generation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10789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9417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941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↗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520440"/>
            <a:ext cx="9784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negative prompts, seed control, and batch generation for creative control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389120"/>
            <a:ext cx="10789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56285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5628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↗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4389120"/>
            <a:ext cx="9784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image-to-image and inpainting modes to extend multimodal capability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10789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43153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4315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↗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5257800"/>
            <a:ext cx="9784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 the application (Docker) for one-command ROCm deployment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Zivra Vision — AMD AI DevMaster Hackathon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5029200" cy="502920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Portable by design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8778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7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relying on standard PyTorch device APIs rather than vendor-specific code, Zivra Vision runs unmodified across CPU, NVIDIA, and AMD Radeon GPU environments — directly meeting the hackathon's goal of practical, GPU-accelerated AI.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27432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Zivra  •  Sangamithra  •  AMD AI DevMaster Hackathon 2026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57607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FC3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2026-08-06T15:04:59Z</dcterms:created>
  <dcterms:modified xsi:type="dcterms:W3CDTF">2026-08-06T15:04:59Z</dcterms:modified>
</cp:coreProperties>
</file>