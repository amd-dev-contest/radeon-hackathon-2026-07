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E5EAA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1B7F79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Local Research Assistant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416052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local AI agent — RAG, tool invocation, multi-turn memory, and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privacy-by-design permission control — running on an AMD Radeon GPU via ROCm.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58064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AI DevMaster Hackathon  ·  Track 2: Development &amp; Local Deployment of Private AI Agents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61264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DohaIsianioui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assistants are powerful, but they require sending your documents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questions to a third party — a non-starter for private or sensitive work.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44240" cy="3931920"/>
          </a:xfrm>
          <a:prstGeom prst="roundRect">
            <a:avLst>
              <a:gd name="adj" fmla="val 318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6888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2E5EA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3474720"/>
            <a:ext cx="280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not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4297680"/>
            <a:ext cx="280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should come from a user's own documents — not the model's training data alone.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4360" y="2148840"/>
            <a:ext cx="3444240" cy="3931920"/>
          </a:xfrm>
          <a:prstGeom prst="roundRect">
            <a:avLst>
              <a:gd name="adj" fmla="val 318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24400" y="246888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1B7F79"/>
          </a:solidFill>
          <a:ln/>
        </p:spPr>
      </p:sp>
      <p:sp>
        <p:nvSpPr>
          <p:cNvPr id="10" name="Text 8"/>
          <p:cNvSpPr/>
          <p:nvPr/>
        </p:nvSpPr>
        <p:spPr>
          <a:xfrm>
            <a:off x="4724400" y="3474720"/>
            <a:ext cx="280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by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24400" y="4297680"/>
            <a:ext cx="280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should leave the machine for core functionality: no document, no query, sent to a third-party API.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68640" y="2148840"/>
            <a:ext cx="3444240" cy="3931920"/>
          </a:xfrm>
          <a:prstGeom prst="roundRect">
            <a:avLst>
              <a:gd name="adj" fmla="val 318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88680" y="246888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C97A2B"/>
          </a:solidFill>
          <a:ln/>
        </p:spPr>
      </p:sp>
      <p:sp>
        <p:nvSpPr>
          <p:cNvPr id="14" name="Text 12"/>
          <p:cNvSpPr/>
          <p:nvPr/>
        </p:nvSpPr>
        <p:spPr>
          <a:xfrm>
            <a:off x="8488680" y="3474720"/>
            <a:ext cx="280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toy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88680" y="4297680"/>
            <a:ext cx="280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assistant needs tools, memory across turns, and explicit control over what it can access.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6172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is our answer: a private, locally-run agent built for exactly this.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— Private Local Research Assistant  ·  AMD AI DevMaster Hackathon, Track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 is routed to exactly one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source — auditable by design.</a:t>
            </a:r>
            <a:endParaRPr lang="en-US" sz="1300" dirty="0"/>
          </a:p>
        </p:txBody>
      </p:sp>
      <p:pic>
        <p:nvPicPr>
          <p:cNvPr id="4" name="Image 0" descr="/home/claude/deliverables/nova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502920"/>
            <a:ext cx="4800600" cy="5943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9164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F4F6F9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7647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Route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0756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router matches a tool, or falls back to RAG / direct chat.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283464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F4F6F9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9077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Ground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32186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executes (permission-checked) or nearest chunks are retrieved.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397764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F4F6F9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0507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Assemble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43616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+ memory + context + user turn.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0080" y="512064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F4F6F9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1937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Infer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55046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the vLLM endpoint on the AMD Radeon GPU.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— Private Local Research Assistant  ·  AMD AI DevMaster Hackathon, Track 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5 Track 2 capabilities implemented — double the minimum required.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2331720"/>
          </a:xfrm>
          <a:prstGeom prst="roundRect">
            <a:avLst>
              <a:gd name="adj" fmla="val 4706"/>
            </a:avLst>
          </a:prstGeom>
          <a:solidFill>
            <a:srgbClr val="24365C"/>
          </a:solidFill>
          <a:ln/>
        </p:spPr>
      </p:sp>
      <p:pic>
        <p:nvPicPr>
          <p:cNvPr id="5" name="Image 0" descr="/home/claude/deliverables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202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8745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Knowledge Retrieval (RAG)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60120" y="26060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chunked, embedded, and stored in a persistent local Chroma vector DB.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17920" y="1600200"/>
            <a:ext cx="5212080" cy="2331720"/>
          </a:xfrm>
          <a:prstGeom prst="roundRect">
            <a:avLst>
              <a:gd name="adj" fmla="val 4706"/>
            </a:avLst>
          </a:prstGeom>
          <a:solidFill>
            <a:srgbClr val="24365C"/>
          </a:solidFill>
          <a:ln/>
        </p:spPr>
      </p:sp>
      <p:pic>
        <p:nvPicPr>
          <p:cNvPr id="9" name="Image 1" descr="/home/claude/deliverables/icon_to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202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23760" y="18745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Invocation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537960" y="26060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dispatches to local tools: list files, read file, calculator.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4251960"/>
            <a:ext cx="5212080" cy="2331720"/>
          </a:xfrm>
          <a:prstGeom prst="roundRect">
            <a:avLst>
              <a:gd name="adj" fmla="val 4706"/>
            </a:avLst>
          </a:prstGeom>
          <a:solidFill>
            <a:srgbClr val="24365C"/>
          </a:solidFill>
          <a:ln/>
        </p:spPr>
      </p:sp>
      <p:pic>
        <p:nvPicPr>
          <p:cNvPr id="13" name="Image 2" descr="/home/claude/deliverables/icon_mess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5720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45262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Multi-Turn Memory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960120" y="52578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conversation window carried into every prompt for natural follow-ups.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17920" y="4251960"/>
            <a:ext cx="5212080" cy="2331720"/>
          </a:xfrm>
          <a:prstGeom prst="roundRect">
            <a:avLst>
              <a:gd name="adj" fmla="val 4706"/>
            </a:avLst>
          </a:prstGeom>
          <a:solidFill>
            <a:srgbClr val="24365C"/>
          </a:solidFill>
          <a:ln/>
        </p:spPr>
      </p:sp>
      <p:pic>
        <p:nvPicPr>
          <p:cNvPr id="17" name="Image 3" descr="/home/claude/deliverables/icon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57200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23760" y="45262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Control &amp; Privacy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537960" y="52578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tools hard-restricted to an explicit allow-list — refused outside it, always.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— Private Local Research Assistant  ·  AMD AI DevMaster Hackathon, Track 2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Deployment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via Radeon Cloud's vLLM Dedicated Model API — reproducible, no manual ROCm build.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65836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611880" y="16916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Qwen2.5-7B-Instruct (fallback 3B) via vLLM 0.16.0 on Radeon Cloud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350008"/>
            <a:ext cx="108813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35000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11880" y="235000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· BAAI/bge-small-en-v1.5, local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008376"/>
            <a:ext cx="10881360" cy="65836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08376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11880" y="3008376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— local, persistent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666744"/>
            <a:ext cx="108813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66744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11880" y="3666744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transparent intent router (src/agent.py)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325112"/>
            <a:ext cx="10881360" cy="65836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32511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11880" y="4325112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ChatInterface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8813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98348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11880" y="498348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vllm-dev:rocm7.2.1_navi_ubuntu22.04_py3.10_pytorch_2.9_vllm_0.16.0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— Private Local Research Assistant  ·  AMD AI DevMaster Hackathon, Track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Speed Optimization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AMD Radeon GPU (ROCm)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14600" cy="4206240"/>
          </a:xfrm>
          <a:prstGeom prst="roundRect">
            <a:avLst>
              <a:gd name="adj" fmla="val 4364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deliverables/icon_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19202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batching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338328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vLLM's PagedAttention + batching used automatically by vllm serve — no manual tuning needed.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410712" y="1600200"/>
            <a:ext cx="2514600" cy="4206240"/>
          </a:xfrm>
          <a:prstGeom prst="roundRect">
            <a:avLst>
              <a:gd name="adj" fmla="val 4364"/>
            </a:avLst>
          </a:prstGeom>
          <a:solidFill>
            <a:srgbClr val="F4F6F9"/>
          </a:solidFill>
          <a:ln/>
        </p:spPr>
      </p:sp>
      <p:pic>
        <p:nvPicPr>
          <p:cNvPr id="9" name="Image 1" descr="/home/claude/deliverables/icon_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692" y="192024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93592" y="26517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model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593592" y="338328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7B-parameter model fits a single GPU's VRAM comfortably; 3B fallback defined for constrained instances.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181344" y="1600200"/>
            <a:ext cx="2514600" cy="4206240"/>
          </a:xfrm>
          <a:prstGeom prst="roundRect">
            <a:avLst>
              <a:gd name="adj" fmla="val 4364"/>
            </a:avLst>
          </a:prstGeom>
          <a:solidFill>
            <a:srgbClr val="F4F6F9"/>
          </a:solidFill>
          <a:ln/>
        </p:spPr>
      </p:sp>
      <p:pic>
        <p:nvPicPr>
          <p:cNvPr id="13" name="Image 2" descr="/home/claude/deliverables/icon_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324" y="192024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64224" y="26517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memory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364224" y="338328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window is capped, keeping prompt length — and per-turn latency — predictable.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951976" y="1600200"/>
            <a:ext cx="2514600" cy="4206240"/>
          </a:xfrm>
          <a:prstGeom prst="roundRect">
            <a:avLst>
              <a:gd name="adj" fmla="val 4364"/>
            </a:avLst>
          </a:prstGeom>
          <a:solidFill>
            <a:srgbClr val="F4F6F9"/>
          </a:solidFill>
          <a:ln/>
        </p:spPr>
      </p:sp>
      <p:pic>
        <p:nvPicPr>
          <p:cNvPr id="17" name="Image 3" descr="/home/claude/deliverables/icon_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4956" y="192024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34856" y="26517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routing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9134856" y="338328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--host 0.0.0.0 --port 8000 preserved exactly, keeping the routed endpoint stable across redeploys.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— Private Local Research Assistant  ·  AMD AI DevMaster Hackathon, Track 2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B7F7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2E5EAA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private from the ground up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68680" y="23317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cloud assistant with a privacy policy — an agent that structurally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send your documents or queries anywhere outside your own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Radeon GPU deployment.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3931920"/>
            <a:ext cx="672084" cy="457200"/>
          </a:xfrm>
          <a:prstGeom prst="roundRect">
            <a:avLst>
              <a:gd name="adj" fmla="val 50000"/>
            </a:avLst>
          </a:prstGeom>
          <a:solidFill>
            <a:srgbClr val="24365C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931920"/>
            <a:ext cx="6720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41932" y="3931920"/>
            <a:ext cx="1824228" cy="457200"/>
          </a:xfrm>
          <a:prstGeom prst="roundRect">
            <a:avLst>
              <a:gd name="adj" fmla="val 50000"/>
            </a:avLst>
          </a:prstGeom>
          <a:solidFill>
            <a:srgbClr val="24365C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41932" y="3931920"/>
            <a:ext cx="18242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Invocation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67328" y="3931920"/>
            <a:ext cx="2016252" cy="457200"/>
          </a:xfrm>
          <a:prstGeom prst="roundRect">
            <a:avLst>
              <a:gd name="adj" fmla="val 50000"/>
            </a:avLst>
          </a:prstGeom>
          <a:solidFill>
            <a:srgbClr val="24365C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67328" y="3931920"/>
            <a:ext cx="20162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Memory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4748" y="3931920"/>
            <a:ext cx="2112264" cy="457200"/>
          </a:xfrm>
          <a:prstGeom prst="roundRect">
            <a:avLst>
              <a:gd name="adj" fmla="val 50000"/>
            </a:avLst>
          </a:prstGeom>
          <a:solidFill>
            <a:srgbClr val="24365C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4748" y="3931920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Control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98180" y="393192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24365C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8180" y="3931920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Radeon · ROCm · vLLM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— AMD AI DevMaster Hackathon, Track 2  ·  DohaIsianioui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2026-08-04T14:12:09Z</dcterms:created>
  <dcterms:modified xsi:type="dcterms:W3CDTF">2026-08-04T14:12:09Z</dcterms:modified>
</cp:coreProperties>
</file>