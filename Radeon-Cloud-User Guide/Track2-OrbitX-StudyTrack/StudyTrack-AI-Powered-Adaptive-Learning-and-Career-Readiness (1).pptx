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Heebo Light"/>
      <p:regular r:id="rId201314"/>
    </p:embeddedFont>
    <p:embeddedFont>
      <p:font typeface="Heebo"/>
      <p:regular r:id="rId201315"/>
    </p:embeddedFont>
    <p:embeddedFont>
      <p:font typeface="Heebo Bold"/>
      <p:regular r:id="rId201316"/>
    </p:embeddedFont>
    <p:embeddedFont>
      <p:font typeface="Montserrat"/>
      <p:regular r:id="rId201317"/>
    </p:embeddedFont>
    <p:embeddedFont>
      <p:font typeface="Montserrat Bold"/>
      <p:regular r:id="rId201318"/>
    </p:embeddedFont>
    <p:embeddedFont>
      <p:font typeface="Montserrat Light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ai-adaptive-learning-ten.vercel.app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i-adaptive-learning-ten.vercel.app/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60190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StudyTrack — AI-Powered Adaptive Learning &amp; Career Readiness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92968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full‑stack web platform that generates AI-driven assessments, pinpoints conceptual gaps, and builds personalized study and career roadmaps for students. Live demo: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ai-adaptive-learning-ten.vercel.app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1582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2120801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Students lack continuous, personalized feedback and an objective way to measure career readiness. Traditional platforms deliver static content and generic practice — not targeted remediation. StudyTrack uses AI to generate assessments, grade responses, find root causes of misunderstanding, and produce actionable learning roadmaps.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960712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31136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161481"/>
            <a:ext cx="177180" cy="141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6816" y="3137892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Emphasize: personalized remediation, career alignment, and automatic grading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80158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Overview — What StudyTrack Does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18035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54957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Academic Assessments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856086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AI generates quizzes from topics or uploaded PDFs: 7 MCQs, 4 theory, 4 short answers. Auto-grading and weak-area analysis produce focused study steps.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018035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54957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 Readiness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856086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Identify 6–10 skills for a target role, generate theory and coding assessments, compute readiness score, and deliver a timed learning roadmap.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018035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54957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Code Execution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856086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Monaco Editor for in-browser coding with a sandboxed Python runner, strict regex blocking, timeouts, and resource caps.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6808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 — Academic Module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627287"/>
            <a:ext cx="4004965" cy="141759"/>
          </a:xfrm>
          <a:prstGeom prst="roundRect">
            <a:avLst>
              <a:gd name="adj" fmla="val 4200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7877" y="1910804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Quiz Generation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217316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Generates MCQ, theory, short-answer items from subject/topic or uploaded notes/PDFs.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414686"/>
            <a:ext cx="4005039" cy="141759"/>
          </a:xfrm>
          <a:prstGeom prst="roundRect">
            <a:avLst>
              <a:gd name="adj" fmla="val 4200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4601" y="1698203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Auto-Grading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4601" y="2004715"/>
            <a:ext cx="37215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Theory &amp; short answers graded via semantic analysis and keyword matching; returns scores, covered/missed points, and feedback.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181276"/>
            <a:ext cx="4004965" cy="141759"/>
          </a:xfrm>
          <a:prstGeom prst="roundRect">
            <a:avLst>
              <a:gd name="adj" fmla="val 4200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877" y="3464793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Weak-Area Analysis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7877" y="3771305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Pinpoints specific conceptual errors (e.g., confuses inorder vs preorder) and root causes so remediation is precise.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2968675"/>
            <a:ext cx="4005039" cy="141759"/>
          </a:xfrm>
          <a:prstGeom prst="roundRect">
            <a:avLst>
              <a:gd name="adj" fmla="val 4200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4601" y="3252192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Personalized Recommendations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4601" y="3558704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Actionable study plan with prioritized topics, timeboxes, and resource suggestions; session saved to user history.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901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 — Career Module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094408"/>
            <a:ext cx="3902943" cy="2069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Skill Identification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AI recommends 6–10 technical, soft, and domain skills for a target career.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Per-Skill Assessments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Theory questions and coding tasks (where applicable) with sandboxed execution and automatic scoring.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Readiness &amp; Roadmap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Overall readiness percentage, skill-gap classification (strong/moderate/weak), and a step-by-step roadmap with timeframes.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9701" y="1126331"/>
            <a:ext cx="1880592" cy="17714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04904" y="1232669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910510" y="1693292"/>
            <a:ext cx="1558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Identify Skills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10510" y="2056507"/>
            <a:ext cx="155897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Map role → skillset with importance and short descriptions.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2052" y="1126331"/>
            <a:ext cx="1880592" cy="17714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27255" y="1232669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932861" y="1693292"/>
            <a:ext cx="1558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Assess &amp; Grade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932861" y="2056507"/>
            <a:ext cx="155897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Generate questions, run code, grade responses, and capture metrics.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9701" y="3039517"/>
            <a:ext cx="3902943" cy="15446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16043" y="314585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910510" y="3606478"/>
            <a:ext cx="35813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Roadmap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910510" y="3969693"/>
            <a:ext cx="358132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Deliver prioritized learning plan, resources, and estimated timelines.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80158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 Stack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18035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54957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856086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React + Vite, Monaco Editor for coding, Recharts for visualizations, Framer Motion for UI polish.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018035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54957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856086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Flask API, Flask-JWT-Extended for auth, SQLite for lightweight persistence, bcrypt for password hashing.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018035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54957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&amp; Deployment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856086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Groq (LLaMA 3.3 70B) primary AI engine with Google Gemini 2.5 Flash fallback. Vercel deployment for frontend and configurable backend hosting.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 — High Level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633" y="637877"/>
            <a:ext cx="8104733" cy="4025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9822" y="1772815"/>
            <a:ext cx="1834103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99822" y="3289134"/>
            <a:ext cx="1834103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0028" y="3289134"/>
            <a:ext cx="1834103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 API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0792" y="1768867"/>
            <a:ext cx="1834103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703638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diagram shows client requests from landing/dashboard to the Flask backend. Backend orchestrates AI calls, persists sessions, and runs safe code execution in isolated environments.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8169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Security, Limits &amp; Data Model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282675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Authentication &amp; Storage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637035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JWT tokens with 7‑day expiry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bcrypt password hashing (no plaintext)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Session history stored per user in SQLite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544142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Code Execution Safety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898502"/>
            <a:ext cx="3902943" cy="7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Regex-based blocking (os, subprocess, socket, eval, exec, etc.)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Limits: 10s timeout, 20KB max code, 2KB output, 4KB stdin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282675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Database Schema (key tables)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49701" y="1668959"/>
            <a:ext cx="3902943" cy="2145655"/>
          </a:xfrm>
          <a:prstGeom prst="roundRect">
            <a:avLst>
              <a:gd name="adj" fmla="val 277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49701" y="2309366"/>
            <a:ext cx="390294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749701" y="2947392"/>
            <a:ext cx="390294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896296" y="1763539"/>
            <a:ext cx="13416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users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64300" y="1763539"/>
            <a:ext cx="24418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id, username, email, password_hash, created_at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6296" y="2401565"/>
            <a:ext cx="88448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academic_sessions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64300" y="2401565"/>
            <a:ext cx="24418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subject, topic, scores, weak_areas, ai_analysis, recommendations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6296" y="3039591"/>
            <a:ext cx="88448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career_sessions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64300" y="3039591"/>
            <a:ext cx="24418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career_goal, required_skills, skill_scores, overall_readiness, roadmap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49701" y="3974083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All endpoints require a valid JWT; secrets live in environment variables (.env).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35968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Demo &amp; Deployment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2073846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Deployed demo available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ai-adaptive-learning-ten.vercel.app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Frontend hosted on Vercel; backend can be hosted on Vercel serverless functions or any compatible Flask host. Environment-managed API keys for Groq and Gemini ensure high availability with automatic fallback.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913757"/>
            <a:ext cx="8151763" cy="793775"/>
          </a:xfrm>
          <a:prstGeom prst="roundRect">
            <a:avLst>
              <a:gd name="adj" fmla="val 7501"/>
            </a:avLst>
          </a:prstGeom>
          <a:solidFill>
            <a:srgbClr val="02234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77" y="3114526"/>
            <a:ext cx="177180" cy="141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6816" y="3090937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Tip for demo: Showcase an end-to-end career assessment (skill id → coding task → roadmap) to highlight AI grading and sandboxed execution.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8352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&amp; Next Steps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736229"/>
            <a:ext cx="2622724" cy="425276"/>
          </a:xfrm>
          <a:prstGeom prst="roundRect">
            <a:avLst>
              <a:gd name="adj" fmla="val 50000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01180" y="181592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37877" y="2303264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Short Term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609776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Polish UX, extend test coverage, add analytics and trend charts for progress tracking.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1736229"/>
            <a:ext cx="2622724" cy="425276"/>
          </a:xfrm>
          <a:prstGeom prst="roundRect">
            <a:avLst>
              <a:gd name="adj" fmla="val 50000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5662" y="181592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402360" y="2303264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 Term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02360" y="2609776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Integrate external learning platforms (Coursera, Udemy), add PWA support, and multi-language code execution.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1736229"/>
            <a:ext cx="2622724" cy="425276"/>
          </a:xfrm>
          <a:prstGeom prst="roundRect">
            <a:avLst>
              <a:gd name="adj" fmla="val 50000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30145" y="181592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166842" y="2303264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 Term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66842" y="2609776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Peer-to-peer collaborative quizzes, real-time study sessions, and an AI resume builder tied to assessment outcomes.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81826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Call to action: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Request a technical walkthrough, run a pilot with a small cohort, or evaluate integration paths with your LMS.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252E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2026-08-06T14:43:21Z</dcterms:created>
  <dcterms:modified xsi:type="dcterms:W3CDTF">2026-08-06T14:43:21Z</dcterms:modified>
</cp:coreProperties>
</file>