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ahj_review/agar-aisa-ho-jai-radeon-story-studio/assets/accepted-safe-lesson-card.png">    </p:cNvPr>
          <p:cNvPicPr>
            <a:picLocks noChangeAspect="1"/>
          </p:cNvPicPr>
          <p:nvPr/>
        </p:nvPicPr>
        <p:blipFill>
          <a:blip r:embed="rId1"/>
          <a:srcRect l="12000" r="41248" t="0" b="0"/>
          <a:stretch/>
        </p:blipFill>
        <p:spPr>
          <a:xfrm>
            <a:off x="5440680" y="0"/>
            <a:ext cx="674827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30352"/>
            <a:ext cx="3383280" cy="310896"/>
          </a:xfrm>
          <a:prstGeom prst="rect">
            <a:avLst/>
          </a:prstGeom>
          <a:solidFill>
            <a:srgbClr val="DCEBFA"/>
          </a:solidFill>
          <a:ln>
            <a:solidFill>
              <a:srgbClr val="DCEBFA">
                <a:alpha val="0"/>
              </a:srgbClr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5EA2"/>
                </a:solidFill>
              </a:rPr>
              <a:t>AMD AI DevMaster Hackathon · Track 1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66928" y="1234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</a:rPr>
              <a:t>Agar Aisa Ho Jai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8013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5EA2"/>
                </a:solidFill>
              </a:rPr>
              <a:t>Radeon Story Studio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85216" y="24505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Local Radeon/ROCm workflows for evidence-backed child-safety storyboards and visual lessons.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Participant: Ankur Sawhney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" y="5733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Public source snapshot: eba2f154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pretty output can still be wrong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017520" cy="1325880"/>
          </a:xfrm>
          <a:prstGeom prst="rect">
            <a:avLst/>
          </a:prstGeom>
          <a:solidFill>
            <a:srgbClr val="FEE2E2"/>
          </a:solidFill>
          <a:ln w="15240">
            <a:solidFill>
              <a:srgbClr val="FCA5A5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action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child may stand near a hazard instead of stepping back.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417320"/>
            <a:ext cx="3017520" cy="1325880"/>
          </a:xfrm>
          <a:prstGeom prst="rect">
            <a:avLst/>
          </a:prstGeom>
          <a:solidFill>
            <a:srgbClr val="FEF3C7"/>
          </a:solidFill>
          <a:ln w="15240">
            <a:solidFill>
              <a:srgbClr val="FCD34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framing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image may show the danger clearly but not the safe response.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58200" y="1417320"/>
            <a:ext cx="3017520" cy="1325880"/>
          </a:xfrm>
          <a:prstGeom prst="rect">
            <a:avLst/>
          </a:prstGeom>
          <a:solidFill>
            <a:srgbClr val="EDE9FE"/>
          </a:solidFill>
          <a:ln w="15240">
            <a:solidFill>
              <a:srgbClr val="C4B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drift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multi-panel story can lose continuity across scenes.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4107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Radeon Story Studio separates generation from acceptance.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48840" y="2834640"/>
            <a:ext cx="0" cy="41148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80760" y="2834640"/>
            <a:ext cx="0" cy="41148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66960" y="2834640"/>
            <a:ext cx="0" cy="41148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28800" y="4206240"/>
            <a:ext cx="8549640" cy="1170432"/>
          </a:xfrm>
          <a:prstGeom prst="rect">
            <a:avLst/>
          </a:prstGeom>
          <a:solidFill>
            <a:srgbClr val="DCEBFA"/>
          </a:solidFill>
          <a:ln w="15240">
            <a:solidFill>
              <a:srgbClr val="93C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acceptance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must pass technical, safety, semantic and continuity checks before they become public output.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Product: manifest to reviewed lesson card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8346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Sealed input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or scene manifest defines allowed characters, actions and safety intent.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907792"/>
            <a:ext cx="28346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Local planning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through vLLM produces a constrained storyboard and textual safety review.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283464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Local generation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SDXL Turbo on Radeon creates candidate story panels and runtime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2542032"/>
            <a:ext cx="0" cy="292608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11680" y="4041648"/>
            <a:ext cx="0" cy="292608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pic>
        <p:nvPicPr>
          <p:cNvPr id="10" name="Image 0" descr="/mnt/data/aahj_review/agar-aisa-ho-jai-radeon-story-studio/assets/accepted-safe-lesson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711748"/>
            <a:ext cx="7498080" cy="35625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0" y="57607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</a:rPr>
              <a:t>Accepted safe-charger lesson card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two local Radeon workflows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2148840" cy="91440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contract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lesson idea or sealed scene manifest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0" y="1234440"/>
            <a:ext cx="2240280" cy="114300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+ vLLM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 JSON + textual safety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017520"/>
            <a:ext cx="2240280" cy="1143000"/>
          </a:xfrm>
          <a:prstGeom prst="rect">
            <a:avLst/>
          </a:prstGeom>
          <a:solidFill>
            <a:srgbClr val="DCEBFA"/>
          </a:solidFill>
          <a:ln w="15240">
            <a:solidFill>
              <a:srgbClr val="93C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SDXL Turbo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images + GPU runtime evidence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39712" y="2121408"/>
            <a:ext cx="2331720" cy="1234440"/>
          </a:xfrm>
          <a:prstGeom prst="rect">
            <a:avLst/>
          </a:prstGeom>
          <a:solidFill>
            <a:srgbClr val="FEF3C7"/>
          </a:solidFill>
          <a:ln w="15240">
            <a:solidFill>
              <a:srgbClr val="FCD34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Hashes, timings, semantic checks and human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11512" y="2194560"/>
            <a:ext cx="1874520" cy="1078992"/>
          </a:xfrm>
          <a:prstGeom prst="rect">
            <a:avLst/>
          </a:prstGeom>
          <a:solidFill>
            <a:srgbClr val="EDE9FE"/>
          </a:solidFill>
          <a:ln w="15240">
            <a:solidFill>
              <a:srgbClr val="C4B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output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card or storyboard package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97480" y="2267712"/>
            <a:ext cx="822960" cy="-484632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97480" y="2267712"/>
            <a:ext cx="822960" cy="1316736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0" y="1810512"/>
            <a:ext cx="777240" cy="704088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0" y="3584448"/>
            <a:ext cx="777240" cy="-822960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17152" y="2743200"/>
            <a:ext cx="493776" cy="0"/>
          </a:xfrm>
          <a:prstGeom prst="line">
            <a:avLst/>
          </a:prstGeom>
          <a:noFill/>
          <a:ln w="25400">
            <a:solidFill>
              <a:srgbClr val="1B5EA2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52578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Core inference stays local; deterministic assembly and FFmpeg are supporting stages.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Radeon/ROCm proof captured as evidence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A2"/>
                </a:solidFill>
              </a:rPr>
              <a:t>gfx1100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GPU architecture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2044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F37"/>
                </a:solidFill>
              </a:rPr>
              <a:t>7.2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2044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</a:rPr>
              <a:t>HIP 7.2.53211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HIP runtime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5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</a:rPr>
              <a:t>2.9.1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5508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+rocm7.2.1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PyTorch build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8972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vLLM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89720" y="20665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Qwen on Radeon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89720" y="2377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Local serving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3657600"/>
            <a:ext cx="10149840" cy="10515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Preflight does not trust configuration alone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runner verifies a non-empty HIP version, an AMD Radeon device, and a real tensor operation on PyTorch’s ROCm-backed cuda:0 device API.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5074920"/>
            <a:ext cx="1014984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content-addressed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run reports include timings, memory, component dtypes, artifact hashes and rejection reasons.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results: image + text workloads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A2"/>
                </a:solidFill>
              </a:rPr>
              <a:t>10.50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002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A2"/>
                </a:solidFill>
              </a:rPr>
              <a:t>seconds / 8 candidates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13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SDXL candidate phase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188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F37"/>
                </a:solidFill>
              </a:rPr>
              <a:t>0.368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11880" y="2002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F37"/>
                </a:solidFill>
              </a:rPr>
              <a:t>seconds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2313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Median candidate latency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4652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28D9"/>
                </a:solidFill>
              </a:rPr>
              <a:t>45.69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46520" y="2002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</a:rPr>
              <a:t>candidates/minute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2313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Image throughput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81160" y="14173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10.45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81160" y="2002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GB allocated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281160" y="23134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Peak GPU memory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794760"/>
            <a:ext cx="4937760" cy="950976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planning throughput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1,259 completion tokens in 14.941 seconds — 84.264 completion tokens/second.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794760"/>
            <a:ext cx="4937760" cy="950976"/>
          </a:xfrm>
          <a:prstGeom prst="rect">
            <a:avLst/>
          </a:prstGeom>
          <a:solidFill>
            <a:srgbClr val="DCEBFA"/>
          </a:solidFill>
          <a:ln w="15240">
            <a:solidFill>
              <a:srgbClr val="93C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 safety review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315 completion tokens in 5.395 seconds — 58.389 completion tokens/second.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5440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Performance evidence is presented with model/runtime versions and hashes, not just screenshots.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Safety-by-design and publication boundary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246120" cy="1097280"/>
          </a:xfrm>
          <a:prstGeom prst="rect">
            <a:avLst/>
          </a:prstGeom>
          <a:solidFill>
            <a:srgbClr val="FEE2E2"/>
          </a:solidFill>
          <a:ln w="15240">
            <a:solidFill>
              <a:srgbClr val="FCA5A5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closed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generated candidate is not accepted just because inference succeeded.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417320"/>
            <a:ext cx="3246120" cy="1097280"/>
          </a:xfrm>
          <a:prstGeom prst="rect">
            <a:avLst/>
          </a:prstGeom>
          <a:solidFill>
            <a:srgbClr val="FEF3C7"/>
          </a:solidFill>
          <a:ln w="15240">
            <a:solidFill>
              <a:srgbClr val="FCD34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review dimensions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pass, child-safety fit, semantic action, and continuity.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75320" y="1417320"/>
            <a:ext cx="3246120" cy="1097280"/>
          </a:xfrm>
          <a:prstGeom prst="rect">
            <a:avLst/>
          </a:prstGeom>
          <a:solidFill>
            <a:srgbClr val="EDE9FE"/>
          </a:solidFill>
          <a:ln w="15240">
            <a:solidFill>
              <a:srgbClr val="C4B5F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only accepted output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Rejected raw media remains private; hashes and reasons preserve evidence.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10058400" cy="1298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from public snapshot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corpora, real-person context, children’s material, nested repos, local sessions, credentials, model weights, rejected raw media, historical campaigns, unrelated provider adapters, and uncommitted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5394960"/>
            <a:ext cx="10195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The contest folder is a deliberate allowlisted snapshot, not a dump of the private working repository.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031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5E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AI DevMaster Hackathon · Track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 status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969264"/>
            <a:ext cx="11365992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4983480" cy="1188720"/>
          </a:xfrm>
          <a:prstGeom prst="rect">
            <a:avLst/>
          </a:prstGeom>
          <a:solidFill>
            <a:srgbClr val="DCFCE7"/>
          </a:solidFill>
          <a:ln w="15240">
            <a:solidFill>
              <a:srgbClr val="86EFAC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now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Privacy-reviewed source snapshot, README, setup commands, tests, evidence, profile PDF, and this presentation.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0" y="1325880"/>
            <a:ext cx="4983480" cy="1188720"/>
          </a:xfrm>
          <a:prstGeom prst="rect">
            <a:avLst/>
          </a:prstGeom>
          <a:solidFill>
            <a:srgbClr val="FEF3C7"/>
          </a:solidFill>
          <a:ln w="15240">
            <a:solidFill>
              <a:srgbClr val="FCD34D"/>
            </a:solidFill>
          </a:ln>
        </p:spPr>
        <p:txBody>
          <a:bodyPr wrap="square" lIns="1905" tIns="1905" rIns="1905" bIns="1905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before PR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3–5 minute demo, test video link signed out, review final asset rights, inspect official-fork diff.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A2"/>
                </a:solidFill>
              </a:rPr>
              <a:t>PR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Track 1, Ankur Sawhney, Agar Aisa Ho Jai — Radeon Story Studio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A2"/>
                </a:solidFill>
              </a:rPr>
              <a:t>Commit message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feat(track1): add Agar Aisa Ho Jai Radeon Story Studio submission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Agar Aisa Ho Jai — Radeon Story Studio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356848" y="65105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Agar Aisa Ho Jai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Agar Aisa Ho Jai — Radeon Story Studio</dc:title>
  <dc:subject>AMD AI DevMaster Hackathon Track 1 submission</dc:subject>
  <dc:creator>Ankur Sawhney</dc:creator>
  <cp:lastModifiedBy>Ankur Sawhney</cp:lastModifiedBy>
  <cp:revision>1</cp:revision>
  <dcterms:created xsi:type="dcterms:W3CDTF">2026-08-06T03:25:37Z</dcterms:created>
  <dcterms:modified xsi:type="dcterms:W3CDTF">2026-08-06T03:25:37Z</dcterms:modified>
</cp:coreProperties>
</file>