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7" r:id="rId16"/>
    <p:sldId id="263" r:id="rId17"/>
    <p:sldId id="276" r:id="rId18"/>
    <p:sldId id="268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58" autoAdjust="0"/>
  </p:normalViewPr>
  <p:slideViewPr>
    <p:cSldViewPr showGuides="1">
      <p:cViewPr varScale="1">
        <p:scale>
          <a:sx n="90" d="100"/>
          <a:sy n="90" d="100"/>
        </p:scale>
        <p:origin x="83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56412" y="7924715"/>
            <a:ext cx="5418667" cy="829945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2400">
                <a:latin typeface="Arial" panose="020B0604020202020204" pitchFamily="34" charset="0"/>
                <a:ea typeface="Microsoft YaHei" panose="020B0503020204020204" charset="-122"/>
              </a:rPr>
              <a:t>Kai Chen</a:t>
            </a: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Microsoft YaHei" panose="020B0503020204020204" charset="-122"/>
              </a:rPr>
              <a:t>chenkai_dr@hotmail.com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" y="38100"/>
            <a:ext cx="16246475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41CA9C-DFC9-7AE0-FEDE-A6103367D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8" y="2209800"/>
            <a:ext cx="15346363" cy="6575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</Words>
  <Application>Microsoft Macintosh PowerPoint</Application>
  <PresentationFormat>Custom</PresentationFormat>
  <Paragraphs>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Kai Chen</cp:lastModifiedBy>
  <cp:revision>4</cp:revision>
  <dcterms:created xsi:type="dcterms:W3CDTF">2006-08-16T00:00:00Z</dcterms:created>
  <dcterms:modified xsi:type="dcterms:W3CDTF">2026-08-02T03:03:42Z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46B8A0D3BB764385ACB1DE50BE955B67_12</vt:lpwstr>
  </property>
  <property fmtid="{D5CDD505-2E9C-101B-9397-08002B2CF9AE}" pid="3" name="KSOProductBuildVer">
    <vt:lpwstr>2052-12.1.0.23542</vt:lpwstr>
  </property>
</Properties>
</file>