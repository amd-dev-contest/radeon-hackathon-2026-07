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E8E4D8"/>
                </a:solidFill>
                <a:latin typeface="Calibri"/>
              </a:rPr>
              <a:t>IndieGen Asset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0A63C"/>
                </a:solidFill>
                <a:latin typeface="Calibri"/>
              </a:rPr>
              <a:t>Track 1 · Multimodal Content Creation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A9484"/>
                </a:solidFill>
                <a:latin typeface="Calibri"/>
              </a:rPr>
              <a:t>From one text setting to a complete, style-consistent asset chain: concept art, depth, PBR materials, music, ambient SFX, sprite atlas and a 3D character — natively on AMD Radeon / ROCm.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5120640"/>
            <a:ext cx="4206240" cy="594360"/>
          </a:xfrm>
          <a:prstGeom prst="rect">
            <a:avLst/>
          </a:prstGeom>
          <a:solidFill>
            <a:srgbClr val="1E2218"/>
          </a:solidFill>
          <a:ln w="12700">
            <a:solidFill>
              <a:srgbClr val="E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2120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7DBD5A"/>
                </a:solidFill>
                <a:latin typeface="Calibri"/>
              </a:rPr>
              <a:t>AMD Radeon gfx1100 · ROCm 7.1 · ComfyUI 0.30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484"/>
                </a:solidFill>
                <a:latin typeface="Calibri"/>
              </a:rPr>
              <a:t>Indie teams spend 40-70% of budget on outsourced art — and style drifts between vendors.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One chain instead of many vendors — every asset is conditioned on the same character sheet / setting image.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One GPU instead of a cloud bill — the whole chain runs locally on a Radeon card through ROCm.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Engine-ready outputs — PNG atlas + JSON, PBR maps, GLB/OBJ, MP3 loops, no post-processing.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Human-in-the-loop + full reproducibility — every job stores prompt, seed, steps, CFG and model.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Bilingual UX — Chinese prompts are translated offline (MarianMT) for SDXL / MusicGen.</a:t>
            </a: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212080" cy="1911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The Full Asset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484"/>
                </a:solidFill>
                <a:latin typeface="Calibri"/>
              </a:rPr>
              <a:t>W1 → W7: one text setting drives seven asset types.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94560"/>
            <a:ext cx="9966960" cy="3654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484"/>
                </a:solidFill>
                <a:latin typeface="Calibri"/>
              </a:rPr>
              <a:t>Browser UI · FastAPI backend · ComfyUI GPU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94560"/>
            <a:ext cx="9418320" cy="49139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Models &amp;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4884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657600"/>
                <a:gridCol w="5669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T="50800" marB="50800">
                    <a:solidFill>
                      <a:srgbClr val="2A2E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Method / model</a:t>
                      </a:r>
                    </a:p>
                  </a:txBody>
                  <a:tcPr marT="50800" marB="50800">
                    <a:solidFill>
                      <a:srgbClr val="2A2E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Algorithm notes</a:t>
                      </a:r>
                    </a:p>
                  </a:txBody>
                  <a:tcPr marT="50800" marB="50800">
                    <a:solidFill>
                      <a:srgbClr val="2A2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W1 concept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SDXL base 1.0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Text → latent → KSampler (Euler, fixed seed) → VAE decode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W2 depth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MiDaS DPT-Hybrid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Monocular depth via dense prediction transformer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W3 PBR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Custom PBRFromDepth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Depth gradients → normal/height/roughness/metalness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W4 music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MusicGen-small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Autoregressive audio conditioned on text prompt, 44.1 kHz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W5 SFX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Custom ProceduralSFX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Glass clinks, murmur, bar ambience (DSP synthesis)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W6 sprite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ActionPose + ControlNet OpenPose (SDXL)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18-keypoint skeletons → per-frame img2img → atlas + JSON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W7 2D→3D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TripoSR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Single image → triplane → 3D mesh (GLB/OBJ)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A63C"/>
                          </a:solidFill>
                          <a:latin typeface="Calibri"/>
                        </a:rPr>
                        <a:t>Translate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MarianMT opus-mt-zh-en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4D8"/>
                          </a:solidFill>
                          <a:latin typeface="Calibri"/>
                        </a:rPr>
                        <a:t>Offline Chinese→English prompt translation</a:t>
                      </a:r>
                    </a:p>
                  </a:txBody>
                  <a:tcPr marT="50800" marB="50800">
                    <a:solidFill>
                      <a:srgbClr val="1E22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AMD Radeon GPU / ROCm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484"/>
                </a:solidFill>
                <a:latin typeface="Calibri"/>
              </a:rPr>
              <a:t>Auto-detected ROCm wheel install · measured live on gfx1100, 48 GiB VRAM.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8E4D8"/>
                </a:solidFill>
                <a:latin typeface="Calibri"/>
              </a:rPr>
              <a:t>▪  setup_comfyui.sh auto-detects GPU: NVIDIA → CUDA 12.8, AMD (/dev/kfd) → ROCm 7.1 wheels, CPU fallback — matching torch/torchvision/torchaudio pins.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8E4D8"/>
                </a:solidFill>
                <a:latin typeface="Calibri"/>
              </a:rPr>
              <a:t>▪  PyTorch's ROCm build exposes the standard cuda API, so ComfyUI, transformers, ControlNet and all custom nodes run unchanged.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8E4D8"/>
                </a:solidFill>
                <a:latin typeface="Calibri"/>
              </a:rPr>
              <a:t>▪  rocm-smi sampled every second during the benchmark: GPU use, VRAM, temperature and power.</a:t>
            </a:r>
          </a:p>
        </p:txBody>
      </p:sp>
      <p:pic>
        <p:nvPicPr>
          <p:cNvPr id="7" name="Picture 6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40280"/>
            <a:ext cx="5394960" cy="24662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solidFill>
            <a:srgbClr val="1E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DBD5A"/>
                </a:solidFill>
                <a:latin typeface="Calibri"/>
              </a:rPr>
              <a:t>Full chain W1–W6: ≈57 s GPU execution · W7 TripoSR 2D→3D: 5.2 s wall on the live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Creative Scenario — The Wasteland Bartender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1_concept_0000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3108960" cy="3108960"/>
          </a:xfrm>
          <a:prstGeom prst="rect">
            <a:avLst/>
          </a:prstGeom>
        </p:spPr>
      </p:pic>
      <p:pic>
        <p:nvPicPr>
          <p:cNvPr id="6" name="Picture 5" descr="W2_depth_00001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103120"/>
            <a:ext cx="3108960" cy="3108960"/>
          </a:xfrm>
          <a:prstGeom prst="rect">
            <a:avLst/>
          </a:prstGeom>
        </p:spPr>
      </p:pic>
      <p:pic>
        <p:nvPicPr>
          <p:cNvPr id="7" name="Picture 6" descr="W3_normal_00001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03120"/>
            <a:ext cx="3108960" cy="3108960"/>
          </a:xfrm>
          <a:prstGeom prst="rect">
            <a:avLst/>
          </a:prstGeom>
        </p:spPr>
      </p:pic>
      <p:pic>
        <p:nvPicPr>
          <p:cNvPr id="8" name="Picture 7" descr="W6_atlas_00002_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2103120"/>
            <a:ext cx="6230017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9484"/>
                </a:solidFill>
                <a:latin typeface="Calibri"/>
              </a:rPr>
              <a:t>One text setting → concept art (15 s) · depth + PBR maps · dark industrial music · glass-clink SFX · 8-frame run atlas + JSON (21 s) · TripoSR 3D character (5.2 s) — assembled into an auto-animated 3D 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Innovation &amp; Practical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Full-chain style lock: one conditioning anchor across seven asset types — no cross-vendor drift.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Engine-ready outputs: PNG atlas + JSON frame config, PBR maps, GLB/OBJ — import directly.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Low-cost local GPU: peak VRAM 21.7 GB on gfx1100; weight offloading supports 8–16 GB Radeon cards.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Reproducible &amp; auditable: every job stores its full parameter set; fixed seeds repeat results.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Product-grade packaging: docker-compose + nginx + systemd, proxy-only networking (8188 never exposed).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A living demo: the 3D scene assembles a batch into an automated bartender performance with generated music/SFX.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3C"/>
                </a:solidFill>
                <a:latin typeface="Calibri"/>
              </a:rPr>
              <a:t>INDIEGEN ASSET STUDIO · TRACK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4D8"/>
                </a:solidFill>
                <a:latin typeface="Calibri"/>
              </a:rPr>
              <a:t>Deliverables &amp; How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9525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Project profile (PDF) · this deck · 3–5 min demo video · live benchmark data.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Full source: workflows W1–W7, 5 custom ComfyUI nodes, FastAPI backend + SQLite, browser UI + Three.js scene.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Run: bash scripts/setup_comfyui.sh &amp;&amp; bash scripts/download_models.sh &amp;&amp; bash server/run.sh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W7 3D: bash scripts/setup_3d.sh &amp;&amp; bash scripts/download_3d_model.sh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4D8"/>
                </a:solidFill>
                <a:latin typeface="Calibri"/>
              </a:rPr>
              <a:t>▪  Benchmark: ./ComfyUI/.venv/bin/python scripts/benchmark_amd.py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108960"/>
          </a:xfrm>
          <a:prstGeom prst="rect">
            <a:avLst/>
          </a:prstGeom>
          <a:solidFill>
            <a:srgbClr val="1E2218"/>
          </a:solidFill>
          <a:ln w="12700">
            <a:solidFill>
              <a:srgbClr val="E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0A63C"/>
                </a:solidFill>
                <a:latin typeface="Calibri"/>
              </a:rPr>
              <a:t>Track 1 · Multimodal Content Creation Tools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9484"/>
                </a:solidFill>
                <a:latin typeface="Calibri"/>
              </a:rPr>
              <a:t>
One text setting → game-ready multimodal assets, locally on AMD Radeon / ROCm.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7DBD5A"/>
                </a:solidFill>
                <a:latin typeface="Calibri"/>
              </a:rPr>
              <a:t>
github.com/MFWTW/create_3Dgame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