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CodeRisk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FFD1"/>
                </a:solidFill>
              </a:defRPr>
            </a:pPr>
            <a:r>
              <a:t>AI-Powered Code Security Analysis · Running Entirely on Local AMD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Track 2: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Yang Weike (Solo Developer)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Qwen2.5-Coder-32B-Instruct · AMD Radeon Pro W7900 · ROCm 7.2.4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1C24"/>
                </a:solidFill>
              </a:defRPr>
            </a:pPr>
            <a:r>
              <a:t>The Enterprise Code Security Dilemma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Traditional Static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❌ Pure pattern matching — misses logic bugs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❌ No reasoning about code intent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❌ High false positive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Cloud AI (Copilot, Snyk)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❌ Source code uploaded to cloud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❌ HIPAA / GDPR compliance risk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❌ Black-box analysis — no evidence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FFD1"/>
                </a:solidFill>
              </a:defRPr>
            </a:pPr>
            <a:r>
              <a:t>CodeRisk Agent =</a:t>
            </a:r>
            <a:br/>
            <a:r>
              <a:t>AI Depth + Local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114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✅ Understands code logic (like cloud AI)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✅ Runs on local AMD GPU (like static analysis)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</a:defRPr>
            </a:pPr>
            <a:r>
              <a:t>✅ Zero external API calls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1C24"/>
                </a:solidFill>
              </a:defRPr>
            </a:pPr>
            <a:r>
              <a:t>4-Agent Pipeline Architecture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371600"/>
                <a:gridCol w="5029200"/>
              </a:tblGrid>
              <a:tr h="609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Compute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Key Capability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Agent 1: Static Analyzer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Pattern matching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27 rules (C:13, Python:14)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Agent 2: Semantic Analyzer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LLM understanding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GPU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CoT reasoning, discovers missed vulns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Agent 3: Deep Verifier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Triple cross-validation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GPU+CPU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Self-reflection, memory recall, CVE lookup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Agent 4: Report Generator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Output formatting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JSON, Markdown, Rich terminal, SARIF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Orchestrator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State machine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INIT→PARSE→ANALYZE→VERIFY→REPORT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1C24"/>
                </a:solidFill>
              </a:defRPr>
            </a:pPr>
            <a:r>
              <a:t>What Makes It Different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8961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1097280"/>
                <a:gridCol w="1097280"/>
                <a:gridCol w="1097280"/>
                <a:gridCol w="2011680"/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Semgrep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Snyk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CodeQL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Copilot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CodeRisk Agent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Local execution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LLM semantic analysis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CVE/NVD integration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 (local)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Self-learning memory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Triple cross-validation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Privacy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1C24"/>
                </a:solidFill>
              </a:defRPr>
            </a:pPr>
            <a:r>
              <a:t>AMD ROCm GPU Integration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82880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Optimization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Effect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HIP Backend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GGML_HIP=ON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AMD GPU acceleration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FlashAttention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-fa 1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Confirmed active (10.3%)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Q4_K_M Quantization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4-bit GGUF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19.6 GB model size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Concurrency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max_workers=1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Prevent VRAM contention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Key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GGML_HIPBLAS → GGML_HIP (ROCm 7.x)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Silent CPU fallback — 6-step debugging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rocprof: 244,233 kernel dispatches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023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Token Gen: 29.4 t/s (32B, 4.3× vs CPU) / 105 t/s (7B, 15.4×)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Prompt Proc: 264.8 (32B) / 667 (7B) t/s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VRAM: 50.7 GB (98.5%)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1C24"/>
                </a:solidFill>
              </a:defRPr>
            </a:pPr>
            <a:r>
              <a:t>ROCm Deep Optimization Experiments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55448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Conclusion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Q4 vs Q5 Quantization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Q4: 29.4, Q5: 27.2 t/s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Q4 is 8.1% faster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MIOpen Exhaustive Search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29.4 t/s (same)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Default kernels optimal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ROCm Env Variables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±0.3% (noise)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HIP backend auto-tuned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8872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55448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KV Cache Size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VRAM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Token Gen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2K context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20.7 GB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29.4 t/s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8K context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22.3 GB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29.4 t/s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116K (default)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50.7 GB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29.4 t/s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Token generation is compute-bound (constant 29.4 t/s regardless of context/quantization/env vars)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VRAM is dominated by KV cache (30 GB for 116K context), not model weights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llama.cpp's HIP backend is already well-optimized — no manual tuning needed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Q4_K_M is the optimal quantization for code security analysis on W7900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1C24"/>
                </a:solidFill>
              </a:defRPr>
            </a:pPr>
            <a:r>
              <a:t>GPU Kernel Profiling (244,233 dispatches)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914400"/>
                <a:gridCol w="5486400"/>
              </a:tblGrid>
              <a:tr h="609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Dispatches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Insight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Quantization (FP16→INT8)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75,859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Inherent to Q4_K_M format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Matrix Operations (GEMM)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75,858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Core compute, llama.cpp optimized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Normalization + RoPE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50,810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20.8%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Per-layer, per-token operations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FlashAttention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25,178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10.3%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Confirmed active via profiling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Memory Transfers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2,269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0.9%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GPU is compute-bound, not memory-bound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FFD1"/>
                </a:solidFill>
              </a:defRPr>
            </a:pPr>
            <a:r>
              <a:t>Optimization Opportunities: Fused dequant+matmul (~25% dispatch reduction), HIPBLASlt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1C24"/>
                </a:solidFill>
              </a:defRPr>
            </a:pPr>
            <a:r>
              <a:t>Real-World 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320040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testasp.vulnweb.com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SQL Injection (boolean-based blind)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 Confirmed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testasp.vulnweb.com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XSS (reflected)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 Confirmed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demo.testfire.net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Full pipeline scan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</a:defRPr>
                      </a:pPr>
                      <a:r>
                        <a:t>✅ All agents operational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51 unit tests, all passing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47-48 risks detected in E2E test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Zero network calls (tcpdump verified)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Agent 3 self-reflection found 4 additional risks + suppressed 1 false positive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Reproducibility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Complete build instructions + benchmark.py script + expected results documented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CodeRisk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FFD1"/>
                </a:solidFill>
              </a:defRPr>
            </a:pPr>
            <a:r>
              <a:t>AI Code Security · Local AMD GPU · Zero Cloud Dependency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4.3×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GPU vs CPU</a:t>
            </a:r>
            <a:br/>
            <a:r>
              <a:t>Speedup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47-48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Risks per</a:t>
            </a:r>
            <a:br/>
            <a:r>
              <a:t>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External</a:t>
            </a:r>
            <a:br/>
            <a:r>
              <a:t>API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Unit Tests</a:t>
            </a:r>
            <a:br/>
            <a:r>
              <a:t>Passing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Detection</a:t>
            </a:r>
            <a:br/>
            <a:r>
              <a:t>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244,233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GPU Kernel</a:t>
            </a:r>
            <a:br/>
            <a:r>
              <a:t>Dispatches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 Agents · Triple Cross-Validation · Self-Reflection · Dual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FFD1"/>
                </a:solidFill>
              </a:defRPr>
            </a:pPr>
            <a:r>
              <a:t>github.com/a9320/Radeon-hackathon-2026-07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CCCCC"/>
                </a:solidFill>
              </a:defRPr>
            </a:pPr>
            <a:r>
              <a:t>Yang Weike (Solo Developer) · Track 2: Agentic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D1C24"/>
                </a:solidFill>
              </a:defRPr>
            </a:pPr>
            <a:r>
              <a:t>Strategic Alignment — Why CodeRisk Matters to AMD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280160"/>
            <a:ext cx="192024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920240" cy="45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ROCm is AMD's #1 Strategic 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AMD's Q2 2026 earnings call positioned ROCm as the key competitive advantage against NVIDIA's CUDA. Open strategy to mobilize global developers.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280160"/>
            <a:ext cx="192024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23160" y="1280160"/>
            <a:ext cx="1920240" cy="45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4173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828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ROCm Community: 10×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3774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Open-source community contributions grew 10× in one year — production-grade tools, better hardware support, rapidly maturing ecosystem.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280160"/>
            <a:ext cx="192024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280160"/>
            <a:ext cx="1920240" cy="45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173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828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CodeRisk Proves Real-World ROCm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3774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Most ROCm benchmarks focus on training. CodeRisk demonstrates ROCm for local AI inference — critical enterprise use case where data cannot leave premises.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1280160"/>
            <a:ext cx="192024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1280160"/>
            <a:ext cx="1920240" cy="457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4173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828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From Benchmark to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3774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4-agent pipeline on single W7900 GPU via ROCm/HIP. 29.4 t/s with 32B model. ROCm is ready for real-time production applications.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14800"/>
            <a:ext cx="8412480" cy="640080"/>
          </a:xfrm>
          <a:prstGeom prst="rect">
            <a:avLst/>
          </a:prstGeom>
          <a:solidFill>
            <a:srgbClr val="1A1A1A"/>
          </a:solidFill>
          <a:ln w="254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FFFFFF"/>
                </a:solidFill>
              </a:defRPr>
            </a:pPr>
            <a:r>
              <a:t>CodeRisk Agent is proof that ROCm can power production-grade local AI workloads — not just training benchmarks.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D1C24"/>
                </a:solidFill>
              </a:defRPr>
            </a:pPr>
            <a:r>
              <a:t>ROCm Differentiation — Why Open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54864" cy="8229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🟥  Open-Source Customization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Custom HIP kernels directly modify low-level behavior. CUDA's closed ecosystem cannot match this granularity of optimization.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54864" cy="8229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🟥  Hardware Cost Advantage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W7900 ($3,999) vs A100 ($10,000+). Enterprise local deployment barrier significantly reduced.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54864" cy="8229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🟥  No Vendor Lock-in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No dependency on NVIDIA licensing strategy changes. ROCm's open-source license ensures long-term availability.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54864" cy="8229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🟥  10× Community Growth = Ecosystem 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Toolchain, documentation, community support maturing rapidly. Investment risk lower than 2 years ago.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ED1C24"/>
                </a:solidFill>
              </a:defRPr>
            </a:pPr>
            <a:r>
              <a:t>"Choosing ROCm is not settling for less — it's a strategic decision for open, cost-effective AI."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