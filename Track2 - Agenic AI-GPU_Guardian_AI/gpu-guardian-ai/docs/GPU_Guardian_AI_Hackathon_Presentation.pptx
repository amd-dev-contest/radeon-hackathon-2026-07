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GPU Guardian AI</a:t>
            </a:r>
          </a:p>
        </p:txBody>
      </p:sp>
      <p:sp>
        <p:nvSpPr>
          <p:cNvPr id="95" name="Subtitle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Agentic AI System Health Assistant powered by AMD ROCm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Problem Statement</a:t>
            </a:r>
          </a:p>
        </p:txBody>
      </p:sp>
      <p:sp>
        <p:nvSpPr>
          <p:cNvPr id="98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  <a:defRPr sz="2200"/>
            </a:pPr>
            <a:r>
              <a:t>• Raw infrastructure metrics are hard to interpret</a:t>
            </a:r>
          </a:p>
          <a:p>
            <a:pPr>
              <a:spcBef>
                <a:spcPts val="500"/>
              </a:spcBef>
              <a:defRPr sz="2200"/>
            </a:pPr>
            <a:r>
              <a:t>• Manual diagnosis is time-consuming</a:t>
            </a:r>
          </a:p>
          <a:p>
            <a:pPr>
              <a:spcBef>
                <a:spcPts val="500"/>
              </a:spcBef>
              <a:defRPr sz="2200"/>
            </a:pPr>
            <a:r>
              <a:t>• Need natural-language explanations and recommendations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Solution Overview</a:t>
            </a:r>
          </a:p>
        </p:txBody>
      </p:sp>
      <p:sp>
        <p:nvSpPr>
          <p:cNvPr id="101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  <a:defRPr sz="2200"/>
            </a:pPr>
            <a:r>
              <a:t>• Collect real-time telemetry</a:t>
            </a:r>
          </a:p>
          <a:p>
            <a:pPr>
              <a:spcBef>
                <a:spcPts val="500"/>
              </a:spcBef>
              <a:defRPr sz="2200"/>
            </a:pPr>
            <a:r>
              <a:t>• Diagnose health</a:t>
            </a:r>
          </a:p>
          <a:p>
            <a:pPr>
              <a:spcBef>
                <a:spcPts val="500"/>
              </a:spcBef>
              <a:defRPr sz="2200"/>
            </a:pPr>
            <a:r>
              <a:t>• Intent-aware AI assistant</a:t>
            </a:r>
          </a:p>
          <a:p>
            <a:pPr>
              <a:spcBef>
                <a:spcPts val="500"/>
              </a:spcBef>
              <a:defRPr sz="2200"/>
            </a:pPr>
            <a:r>
              <a:t>• Deterministic + LLM responses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System Architecture</a:t>
            </a:r>
          </a:p>
        </p:txBody>
      </p:sp>
      <p:sp>
        <p:nvSpPr>
          <p:cNvPr id="104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  <a:defRPr sz="2200"/>
            </a:pPr>
            <a:r>
              <a:t>User → Supervisor Agent → Intent Classifier → Context Builder → Rule Engine / Local Qwen LLM → Response</a:t>
            </a:r>
          </a:p>
          <a:p>
            <a:pPr>
              <a:spcBef>
                <a:spcPts val="500"/>
              </a:spcBef>
              <a:defRPr sz="2200"/>
            </a:pPr>
            <a:r>
              <a:t>Telemetry: GPU, CPU, Memory, Disk, Network, ROCm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Key Features</a:t>
            </a:r>
          </a:p>
        </p:txBody>
      </p:sp>
      <p:sp>
        <p:nvSpPr>
          <p:cNvPr id="107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  <a:defRPr sz="2200"/>
            </a:pPr>
            <a:r>
              <a:t>• GPU/CPU/Memory/Disk/Network Monitoring</a:t>
            </a:r>
          </a:p>
          <a:p>
            <a:pPr>
              <a:spcBef>
                <a:spcPts val="500"/>
              </a:spcBef>
              <a:defRPr sz="2200"/>
            </a:pPr>
            <a:r>
              <a:t>• ROCm Detection</a:t>
            </a:r>
          </a:p>
          <a:p>
            <a:pPr>
              <a:spcBef>
                <a:spcPts val="500"/>
              </a:spcBef>
              <a:defRPr sz="2200"/>
            </a:pPr>
            <a:r>
              <a:t>• Intelligent Diagnosis</a:t>
            </a:r>
          </a:p>
          <a:p>
            <a:pPr>
              <a:spcBef>
                <a:spcPts val="500"/>
              </a:spcBef>
              <a:defRPr sz="2200"/>
            </a:pPr>
            <a:r>
              <a:t>• Prioritized Recommendations</a:t>
            </a:r>
          </a:p>
          <a:p>
            <a:pPr>
              <a:spcBef>
                <a:spcPts val="500"/>
              </a:spcBef>
              <a:defRPr sz="2200"/>
            </a:pPr>
            <a:r>
              <a:t>• Gradio Dashboard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AMD ROCm Integration</a:t>
            </a:r>
          </a:p>
        </p:txBody>
      </p:sp>
      <p:sp>
        <p:nvSpPr>
          <p:cNvPr id="110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  <a:defRPr sz="2200"/>
            </a:pPr>
            <a:r>
              <a:t>• Local inference on AMD Radeon GPU</a:t>
            </a:r>
          </a:p>
          <a:p>
            <a:pPr>
              <a:spcBef>
                <a:spcPts val="500"/>
              </a:spcBef>
              <a:defRPr sz="2200"/>
            </a:pPr>
            <a:r>
              <a:t>• ROCm runtime detection</a:t>
            </a:r>
          </a:p>
          <a:p>
            <a:pPr>
              <a:spcBef>
                <a:spcPts val="500"/>
              </a:spcBef>
              <a:defRPr sz="2200"/>
            </a:pPr>
            <a:r>
              <a:t>• GPU telemetry</a:t>
            </a:r>
          </a:p>
          <a:p>
            <a:pPr>
              <a:spcBef>
                <a:spcPts val="500"/>
              </a:spcBef>
              <a:defRPr sz="2200"/>
            </a:pPr>
            <a:r>
              <a:t>• No external inference APIs required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Demo &amp; Results</a:t>
            </a:r>
          </a:p>
        </p:txBody>
      </p:sp>
      <p:sp>
        <p:nvSpPr>
          <p:cNvPr id="113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  <a:defRPr sz="2200"/>
            </a:pPr>
            <a:r>
              <a:t>Example queries:</a:t>
            </a:r>
          </a:p>
          <a:p>
            <a:pPr>
              <a:spcBef>
                <a:spcPts val="500"/>
              </a:spcBef>
              <a:defRPr sz="2200"/>
            </a:pPr>
            <a:r>
              <a:t>• Why is my GPU idle?</a:t>
            </a:r>
          </a:p>
          <a:p>
            <a:pPr>
              <a:spcBef>
                <a:spcPts val="500"/>
              </a:spcBef>
              <a:defRPr sz="2200"/>
            </a:pPr>
            <a:r>
              <a:t>• Explain my system health</a:t>
            </a:r>
          </a:p>
          <a:p>
            <a:pPr>
              <a:spcBef>
                <a:spcPts val="500"/>
              </a:spcBef>
              <a:defRPr sz="2200"/>
            </a:pPr>
            <a:r>
              <a:t>• What should I do?</a:t>
            </a:r>
          </a:p>
          <a:p>
            <a:pPr>
              <a:spcBef>
                <a:spcPts val="500"/>
              </a:spcBef>
              <a:defRPr sz="2200"/>
            </a:pPr>
            <a:r>
              <a:t>Fast deterministic responses for factual queries.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Future Roadmap</a:t>
            </a:r>
          </a:p>
        </p:txBody>
      </p:sp>
      <p:sp>
        <p:nvSpPr>
          <p:cNvPr id="116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  <a:defRPr sz="2200"/>
            </a:pPr>
            <a:r>
              <a:t>• Predictive analytics</a:t>
            </a:r>
          </a:p>
          <a:p>
            <a:pPr>
              <a:spcBef>
                <a:spcPts val="500"/>
              </a:spcBef>
              <a:defRPr sz="2200"/>
            </a:pPr>
            <a:r>
              <a:t>• Log analysis</a:t>
            </a:r>
          </a:p>
          <a:p>
            <a:pPr>
              <a:spcBef>
                <a:spcPts val="500"/>
              </a:spcBef>
              <a:defRPr sz="2200"/>
            </a:pPr>
            <a:r>
              <a:t>• RAG troubleshooting</a:t>
            </a:r>
          </a:p>
          <a:p>
            <a:pPr>
              <a:spcBef>
                <a:spcPts val="500"/>
              </a:spcBef>
              <a:defRPr sz="2200"/>
            </a:pPr>
            <a:r>
              <a:t>• Multi-node monitoring</a:t>
            </a:r>
          </a:p>
          <a:p>
            <a:pPr>
              <a:spcBef>
                <a:spcPts val="500"/>
              </a:spcBef>
              <a:defRPr sz="2200"/>
            </a:pPr>
            <a:r>
              <a:t>• Auto-remediation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Thank You</a:t>
            </a:r>
          </a:p>
        </p:txBody>
      </p:sp>
      <p:sp>
        <p:nvSpPr>
          <p:cNvPr id="119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  <a:defRPr sz="2200"/>
            </a:pPr>
            <a:r>
              <a:t>GPU Guardian AI</a:t>
            </a:r>
          </a:p>
          <a:p>
            <a:pPr>
              <a:spcBef>
                <a:spcPts val="500"/>
              </a:spcBef>
              <a:defRPr sz="2200"/>
            </a:pPr>
            <a:r>
              <a:t>AMD Radeon AI Hackathon 2026</a:t>
            </a:r>
          </a:p>
          <a:p>
            <a:pPr>
              <a:spcBef>
                <a:spcPts val="500"/>
              </a:spcBef>
              <a:defRPr sz="2200"/>
            </a:pPr>
            <a:r>
              <a:t>Questions?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