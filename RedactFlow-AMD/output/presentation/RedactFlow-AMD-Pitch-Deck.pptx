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4eb7bfa3ee402e" /><Relationship Type="http://schemas.openxmlformats.org/officeDocument/2006/relationships/extended-properties" Target="/docProps/app.xml" Id="R7ed2a99c534d44d5" /><Relationship Type="http://schemas.openxmlformats.org/officeDocument/2006/relationships/officeDocument" Target="/ppt/presentation.xml" Id="R288316722d654b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1a9a5b7f954a59"/>
  </p:sldMasterIdLst>
  <p:notesMasterIdLst>
    <p:notesMasterId xmlns:r="http://schemas.openxmlformats.org/officeDocument/2006/relationships" r:id="Rc8419009ec404acc"/>
  </p:notesMasterIdLst>
  <p:sldIdLst>
    <p:sldId xmlns:r="http://schemas.openxmlformats.org/officeDocument/2006/relationships" id="256" r:id="R02ab2b5bf3a44a30"/>
    <p:sldId xmlns:r="http://schemas.openxmlformats.org/officeDocument/2006/relationships" id="257" r:id="Rbf43718ced324fe6"/>
    <p:sldId xmlns:r="http://schemas.openxmlformats.org/officeDocument/2006/relationships" id="258" r:id="R45bf6674210e45ed"/>
    <p:sldId xmlns:r="http://schemas.openxmlformats.org/officeDocument/2006/relationships" id="259" r:id="R0625a962c8b2428a"/>
    <p:sldId xmlns:r="http://schemas.openxmlformats.org/officeDocument/2006/relationships" id="260" r:id="R0fd9fd8ce2e54314"/>
    <p:sldId xmlns:r="http://schemas.openxmlformats.org/officeDocument/2006/relationships" id="261" r:id="R9ccb06b6af9f4ccb"/>
    <p:sldId xmlns:r="http://schemas.openxmlformats.org/officeDocument/2006/relationships" id="262" r:id="R68c56be1d7164db5"/>
    <p:sldId xmlns:r="http://schemas.openxmlformats.org/officeDocument/2006/relationships" id="263" r:id="Ra0f94208736541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66655c5fa54d56" /><Relationship Type="http://schemas.openxmlformats.org/officeDocument/2006/relationships/slideMaster" Target="/ppt/slideMasters/slideMaster1.xml" Id="Rae1a9a5b7f954a59" /><Relationship Type="http://schemas.openxmlformats.org/officeDocument/2006/relationships/notesMaster" Target="/ppt/notesMasters/notesMaster1.xml" Id="Rc8419009ec404acc" /><Relationship Type="http://schemas.openxmlformats.org/officeDocument/2006/relationships/presProps" Target="/ppt/presProps.xml" Id="R98c7cd2a29d04454" /><Relationship Type="http://schemas.openxmlformats.org/officeDocument/2006/relationships/tableStyles" Target="/ppt/tableStyles.xml" Id="R2d1e69afd1494fce" /><Relationship Type="http://schemas.openxmlformats.org/officeDocument/2006/relationships/slide" Target="/ppt/slides/slide1.xml" Id="R02ab2b5bf3a44a30" /><Relationship Type="http://schemas.openxmlformats.org/officeDocument/2006/relationships/slide" Target="/ppt/slides/slide2.xml" Id="Rbf43718ced324fe6" /><Relationship Type="http://schemas.openxmlformats.org/officeDocument/2006/relationships/slide" Target="/ppt/slides/slide3.xml" Id="R45bf6674210e45ed" /><Relationship Type="http://schemas.openxmlformats.org/officeDocument/2006/relationships/slide" Target="/ppt/slides/slide4.xml" Id="R0625a962c8b2428a" /><Relationship Type="http://schemas.openxmlformats.org/officeDocument/2006/relationships/slide" Target="/ppt/slides/slide5.xml" Id="R0fd9fd8ce2e54314" /><Relationship Type="http://schemas.openxmlformats.org/officeDocument/2006/relationships/slide" Target="/ppt/slides/slide6.xml" Id="R9ccb06b6af9f4ccb" /><Relationship Type="http://schemas.openxmlformats.org/officeDocument/2006/relationships/slide" Target="/ppt/slides/slide7.xml" Id="R68c56be1d7164db5" /><Relationship Type="http://schemas.openxmlformats.org/officeDocument/2006/relationships/slide" Target="/ppt/slides/slide8.xml" Id="Ra0f94208736541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636aa23bb94a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97b8e5adf149a6" /><Relationship Type="http://schemas.openxmlformats.org/officeDocument/2006/relationships/notesMaster" Target="/ppt/notesMasters/notesMaster1.xml" Id="R7eaa9222572244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8593415d9d4954" /><Relationship Type="http://schemas.openxmlformats.org/officeDocument/2006/relationships/notesMaster" Target="/ppt/notesMasters/notesMaster1.xml" Id="R82c8886aab7d4f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b4b04d97224170" /><Relationship Type="http://schemas.openxmlformats.org/officeDocument/2006/relationships/notesMaster" Target="/ppt/notesMasters/notesMaster1.xml" Id="R710eee9ab28646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d27f40361343ed" /><Relationship Type="http://schemas.openxmlformats.org/officeDocument/2006/relationships/notesMaster" Target="/ppt/notesMasters/notesMaster1.xml" Id="Ref8b5db9379d4c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49cb386ec14206" /><Relationship Type="http://schemas.openxmlformats.org/officeDocument/2006/relationships/notesMaster" Target="/ppt/notesMasters/notesMaster1.xml" Id="Ra70fe7297cf24a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001830bb754fca" /><Relationship Type="http://schemas.openxmlformats.org/officeDocument/2006/relationships/notesMaster" Target="/ppt/notesMasters/notesMaster1.xml" Id="R092212d44d154d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c7d8c0626847de" /><Relationship Type="http://schemas.openxmlformats.org/officeDocument/2006/relationships/notesMaster" Target="/ppt/notesMasters/notesMaster1.xml" Id="Ra75d01c5f38344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c16987c50d4fcf" /><Relationship Type="http://schemas.openxmlformats.org/officeDocument/2006/relationships/notesMaster" Target="/ppt/notesMasters/notesMaster1.xml" Id="Rba183e68bf9c4f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competition page: https://modelscope.cn/events/299</a:t>
            </a:r>
          </a:p>
          <a:p xmlns:a="http://schemas.openxmlformats.org/drawingml/2006/main">
            <a:r>
              <a:t>- Project overview: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Sample source: sample_data/vendor-release-note.txt</a:t>
            </a:r>
          </a:p>
          <a:p xmlns:a="http://schemas.openxmlformats.org/drawingml/2006/main">
            <a:r>
              <a:t>- Sensitive patterns: app/tools.py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Planner implementation: app/agent.py</a:t>
            </a:r>
          </a:p>
          <a:p xmlns:a="http://schemas.openxmlformats.org/drawingml/2006/main">
            <a:r>
              <a:t>- UI workflow: app/static/app.js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Permission enforcement: app/agent.py</a:t>
            </a:r>
          </a:p>
          <a:p xmlns:a="http://schemas.openxmlformats.org/drawingml/2006/main">
            <a:r>
              <a:t>- Permission behavior tests: tests/test_agent.py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Agentic AI requirements: https://modelscope.cn/events/299</a:t>
            </a:r>
          </a:p>
          <a:p xmlns:a="http://schemas.openxmlformats.org/drawingml/2006/main">
            <a:r>
              <a:t>- Capability mapping: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ROCm launch script: scripts/run_rocm_llama.sh</a:t>
            </a:r>
          </a:p>
          <a:p xmlns:a="http://schemas.openxmlformats.org/drawingml/2006/main">
            <a:r>
              <a:t>- Local endpoint restriction: app/llm.py</a:t>
            </a:r>
          </a:p>
          <a:p xmlns:a="http://schemas.openxmlformats.org/drawingml/2006/main">
            <a:r>
              <a:t>- Official AMD platform requirement: https://modelscope.cn/events/299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Verified browser workflow in local runtime</a:t>
            </a:r>
          </a:p>
          <a:p xmlns:a="http://schemas.openxmlformats.org/drawingml/2006/main">
            <a:r>
              <a:t>- Automated tests: tests/test_agent.py and tests/test_api.py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deliverables: README.md and docs/</a:t>
            </a:r>
          </a:p>
          <a:p xmlns:a="http://schemas.openxmlformats.org/drawingml/2006/main">
            <a:r>
              <a:t>- Official submission requirements: https://modelscope.cn/events/299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ca5d2f235942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0f8fd0a3094cf6" /><Relationship Type="http://schemas.openxmlformats.org/officeDocument/2006/relationships/slideLayout" Target="/ppt/slideLayouts/slideLayout1.xml" Id="Rf69e999e19c944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9e999e19c944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17627e00c4aee" /><Relationship Type="http://schemas.openxmlformats.org/officeDocument/2006/relationships/notesSlide" Target="/ppt/notesSlides/notesSlide1.xml" Id="R9cb8e44a3ab945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38de4b0c444fd" /><Relationship Type="http://schemas.openxmlformats.org/officeDocument/2006/relationships/notesSlide" Target="/ppt/notesSlides/notesSlide2.xml" Id="Rf97fa7f388bc4b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a3ae4161c4b8e" /><Relationship Type="http://schemas.openxmlformats.org/officeDocument/2006/relationships/notesSlide" Target="/ppt/notesSlides/notesSlide3.xml" Id="Re4d9653d0f0147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5ddb4e5684da8" /><Relationship Type="http://schemas.openxmlformats.org/officeDocument/2006/relationships/notesSlide" Target="/ppt/notesSlides/notesSlide4.xml" Id="R13874bcd045549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4138cb7c94f1f" /><Relationship Type="http://schemas.openxmlformats.org/officeDocument/2006/relationships/notesSlide" Target="/ppt/notesSlides/notesSlide5.xml" Id="Rc1f869b1d2c642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0540f28124ac6" /><Relationship Type="http://schemas.openxmlformats.org/officeDocument/2006/relationships/notesSlide" Target="/ppt/notesSlides/notesSlide6.xml" Id="Rcecdb42e7a3348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44c036fae4d6c" /><Relationship Type="http://schemas.openxmlformats.org/officeDocument/2006/relationships/notesSlide" Target="/ppt/notesSlides/notesSlide7.xml" Id="Rd74abe4b193c43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23833b68c4df4" /><Relationship Type="http://schemas.openxmlformats.org/officeDocument/2006/relationships/notesSlide" Target="/ppt/notesSlides/notesSlide8.xml" Id="R663636277eb64f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red-field">
            <a:extLst xmlns:a="http://schemas.openxmlformats.org/drawingml/2006/main">
              <a:ext uri="{FF2B5EF4-FFF2-40B4-BE49-F238E27FC236}">
                <a16:creationId xmlns:a16="http://schemas.microsoft.com/office/drawing/2014/main" id="{1815AEEC-8A1C-4BD1-AB4D-15FE43FA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3352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F85CBDE1-8617-4953-BB83-09789755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70F16"/>
                </a:solidFill>
              </a:defRPr>
            </a:pPr>
            <a:r>
              <a:rPr sz="975" b="1" i="0">
                <a:solidFill>
                  <a:srgbClr val="B70F16"/>
                </a:solidFill>
              </a:rPr>
              <a:t>2026 AMD AI DEVMASTER / AGENTIC AI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1216729-3B82-4885-8812-AB35DD6B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43050"/>
            <a:ext cx="7239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171717"/>
                </a:solidFill>
              </a:defRPr>
            </a:pPr>
            <a:r>
              <a:rPr sz="5850" b="1" i="0">
                <a:solidFill>
                  <a:srgbClr val="171717"/>
                </a:solidFill>
              </a:rPr>
              <a:t>RedactFlow</a:t>
            </a:r>
          </a:p>
          <a:p xmlns:a="http://schemas.openxmlformats.org/drawingml/2006/main">
            <a:pPr algn="l">
              <a:defRPr sz="5850" b="1" i="0">
                <a:solidFill>
                  <a:srgbClr val="171717"/>
                </a:solidFill>
              </a:defRPr>
            </a:pPr>
            <a:r>
              <a:rPr sz="5850" b="1" i="0">
                <a:solidFill>
                  <a:srgbClr val="171717"/>
                </a:solidFill>
              </a:rPr>
              <a:t>AMD</a:t>
            </a:r>
          </a:p>
        </p:txBody>
      </p:sp>
      <p:sp>
        <p:nvSpPr>
          <p:cNvPr id="4" name="cover-deck">
            <a:extLst xmlns:a="http://schemas.openxmlformats.org/drawingml/2006/main">
              <a:ext uri="{FF2B5EF4-FFF2-40B4-BE49-F238E27FC236}">
                <a16:creationId xmlns:a16="http://schemas.microsoft.com/office/drawing/2014/main" id="{79DCB409-996F-4F9B-A046-15DFBAB8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686B67"/>
                </a:solidFill>
              </a:defRPr>
            </a:pPr>
            <a:r>
              <a:rPr sz="2100" b="0" i="0">
                <a:solidFill>
                  <a:srgbClr val="686B67"/>
                </a:solidFill>
              </a:rPr>
              <a:t>Local evidence. Explicit permission. Safe release.</a:t>
            </a:r>
          </a:p>
        </p:txBody>
      </p:sp>
      <p:sp>
        <p:nvSpPr>
          <p:cNvPr id="5" name="cover-capabilities">
            <a:extLst xmlns:a="http://schemas.openxmlformats.org/drawingml/2006/main">
              <a:ext uri="{FF2B5EF4-FFF2-40B4-BE49-F238E27FC236}">
                <a16:creationId xmlns:a16="http://schemas.microsoft.com/office/drawing/2014/main" id="{3EE8F058-F0AB-44D6-A835-E83B5003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1717"/>
                </a:solidFill>
              </a:defRPr>
            </a:pPr>
            <a:r>
              <a:rPr sz="900" b="1" i="0">
                <a:solidFill>
                  <a:srgbClr val="171717"/>
                </a:solidFill>
              </a:rPr>
              <a:t>RAG / TOOLS / PLANNING / MEMORY / CONTROL</a:t>
            </a:r>
          </a:p>
        </p:txBody>
      </p:sp>
      <p:sp>
        <p:nvSpPr>
          <p:cNvPr id="6" name="cover-rf">
            <a:extLst xmlns:a="http://schemas.openxmlformats.org/drawingml/2006/main">
              <a:ext uri="{FF2B5EF4-FFF2-40B4-BE49-F238E27FC236}">
                <a16:creationId xmlns:a16="http://schemas.microsoft.com/office/drawing/2014/main" id="{F98A8415-0A65-42B1-9AF2-7DF92E57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33625"/>
            <a:ext cx="2362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900" b="1" i="0">
                <a:solidFill>
                  <a:srgbClr val="FFFDF8"/>
                </a:solidFill>
              </a:defRPr>
            </a:pPr>
            <a:r>
              <a:rPr sz="6900" b="1" i="0">
                <a:solidFill>
                  <a:srgbClr val="FFFDF8"/>
                </a:solidFill>
              </a:rPr>
              <a:t>RF</a:t>
            </a:r>
          </a:p>
        </p:txBody>
      </p:sp>
      <p:sp>
        <p:nvSpPr>
          <p:cNvPr id="7" name="cover-local">
            <a:extLst xmlns:a="http://schemas.openxmlformats.org/drawingml/2006/main">
              <a:ext uri="{FF2B5EF4-FFF2-40B4-BE49-F238E27FC236}">
                <a16:creationId xmlns:a16="http://schemas.microsoft.com/office/drawing/2014/main" id="{5FFD47A4-EE56-454E-B8C8-18FDEEFD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86200"/>
            <a:ext cx="2362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DF8"/>
                </a:solidFill>
              </a:defRPr>
            </a:pPr>
            <a:r>
              <a:rPr sz="1200" b="1" i="0">
                <a:solidFill>
                  <a:srgbClr val="FFFDF8"/>
                </a:solidFill>
              </a:rPr>
              <a:t>LOCAL-FIRST</a:t>
            </a:r>
          </a:p>
          <a:p xmlns:a="http://schemas.openxmlformats.org/drawingml/2006/main">
            <a:pPr algn="ctr">
              <a:defRPr sz="1200" b="1" i="0">
                <a:solidFill>
                  <a:srgbClr val="FFFDF8"/>
                </a:solidFill>
              </a:defRPr>
            </a:pPr>
            <a:r>
              <a:rPr sz="1200" b="1" i="0">
                <a:solidFill>
                  <a:srgbClr val="FFFDF8"/>
                </a:solidFill>
              </a:rPr>
              <a:t>DOCUMENT AGENT</a:t>
            </a:r>
          </a:p>
        </p:txBody>
      </p:sp>
    </p:spTree>
    <p:extLst>
      <p:ext uri="{BB962C8B-B14F-4D97-AF65-F5344CB8AC3E}">
        <p14:creationId xmlns:p14="http://schemas.microsoft.com/office/powerpoint/2010/main" val="1976964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brand-2">
            <a:extLst xmlns:a="http://schemas.openxmlformats.org/drawingml/2006/main">
              <a:ext uri="{FF2B5EF4-FFF2-40B4-BE49-F238E27FC236}">
                <a16:creationId xmlns:a16="http://schemas.microsoft.com/office/drawing/2014/main" id="{E8305962-B4AA-477B-90AD-3AB22814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1717"/>
                </a:solidFill>
              </a:defRPr>
            </a:pPr>
            <a:r>
              <a:rPr sz="900" b="1" i="0">
                <a:solidFill>
                  <a:srgbClr val="171717"/>
                </a:solidFill>
              </a:rPr>
              <a:t>REDACTFLOW AMD</a:t>
            </a:r>
          </a:p>
        </p:txBody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ABC8579E-3D11-4448-A887-57409B4E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7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86B67"/>
                </a:solidFill>
              </a:defRPr>
            </a:pPr>
            <a:r>
              <a:rPr sz="825" b="0" i="0">
                <a:solidFill>
                  <a:srgbClr val="686B67"/>
                </a:solidFill>
              </a:rPr>
              <a:t>PROBLEM</a:t>
            </a:r>
          </a:p>
        </p:txBody>
      </p:sp>
      <p:sp>
        <p:nvSpPr>
          <p:cNvPr id="3" name="top-rule-2">
            <a:extLst xmlns:a="http://schemas.openxmlformats.org/drawingml/2006/main">
              <a:ext uri="{FF2B5EF4-FFF2-40B4-BE49-F238E27FC236}">
                <a16:creationId xmlns:a16="http://schemas.microsoft.com/office/drawing/2014/main" id="{8BDB6000-2FAB-486D-8572-FFCE8B88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ttom-rule-2">
            <a:extLst xmlns:a="http://schemas.openxmlformats.org/drawingml/2006/main">
              <a:ext uri="{FF2B5EF4-FFF2-40B4-BE49-F238E27FC236}">
                <a16:creationId xmlns:a16="http://schemas.microsoft.com/office/drawing/2014/main" id="{2F543E81-ECB8-4093-85FD-CE41171F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1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2">
            <a:extLst xmlns:a="http://schemas.openxmlformats.org/drawingml/2006/main">
              <a:ext uri="{FF2B5EF4-FFF2-40B4-BE49-F238E27FC236}">
                <a16:creationId xmlns:a16="http://schemas.microsoft.com/office/drawing/2014/main" id="{A5B1BD71-C931-40A4-AD51-9A97F30E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86B67"/>
                </a:solidFill>
              </a:defRPr>
            </a:pPr>
            <a:r>
              <a:rPr sz="675" b="0" i="0">
                <a:solidFill>
                  <a:srgbClr val="686B67"/>
                </a:solidFill>
              </a:rPr>
              <a:t>LOCAL-FIRST DOCUMENT RELEASE AGENT</a:t>
            </a:r>
          </a:p>
        </p:txBody>
      </p:sp>
      <p:sp>
        <p:nvSpPr>
          <p:cNvPr id="6" name="page-2">
            <a:extLst xmlns:a="http://schemas.openxmlformats.org/drawingml/2006/main">
              <a:ext uri="{FF2B5EF4-FFF2-40B4-BE49-F238E27FC236}">
                <a16:creationId xmlns:a16="http://schemas.microsoft.com/office/drawing/2014/main" id="{06826EF7-8ED5-448D-9B8B-96372568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86B67"/>
                </a:solidFill>
              </a:defRPr>
            </a:pPr>
            <a:r>
              <a:rPr sz="675" b="0" i="0">
                <a:solidFill>
                  <a:srgbClr val="686B67"/>
                </a:solidFill>
              </a:rPr>
              <a:t>02</a:t>
            </a:r>
          </a:p>
        </p:txBody>
      </p:sp>
      <p:sp>
        <p:nvSpPr>
          <p:cNvPr id="7" name="headline-2">
            <a:extLst xmlns:a="http://schemas.openxmlformats.org/drawingml/2006/main">
              <a:ext uri="{FF2B5EF4-FFF2-40B4-BE49-F238E27FC236}">
                <a16:creationId xmlns:a16="http://schemas.microsoft.com/office/drawing/2014/main" id="{E36CDE14-C871-438D-B3C8-2B4C8341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1717"/>
                </a:solidFill>
              </a:defRPr>
            </a:pPr>
            <a:r>
              <a:rPr sz="3150" b="1" i="0">
                <a:solidFill>
                  <a:srgbClr val="171717"/>
                </a:solidFill>
              </a:rPr>
              <a:t>Private source material hides more risk than the final statement</a:t>
            </a:r>
          </a:p>
        </p:txBody>
      </p:sp>
      <p:sp>
        <p:nvSpPr>
          <p:cNvPr id="8" name="source-sheet">
            <a:extLst xmlns:a="http://schemas.openxmlformats.org/drawingml/2006/main">
              <a:ext uri="{FF2B5EF4-FFF2-40B4-BE49-F238E27FC236}">
                <a16:creationId xmlns:a16="http://schemas.microsoft.com/office/drawing/2014/main" id="{3909449B-F61B-4F31-91C9-0BC1BE0B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6858000" cy="371475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8C1B6"/>
            </a:solidFill>
            <a:prstDash val="solid"/>
          </a:ln>
        </p:spPr>
      </p:sp>
      <p:sp>
        <p:nvSpPr>
          <p:cNvPr id="9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D7A2BE54-9C12-4E78-B7F2-6CCBDD32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336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70F16"/>
                </a:solidFill>
              </a:defRPr>
            </a:pPr>
            <a:r>
              <a:rPr sz="825" b="1" i="0">
                <a:solidFill>
                  <a:srgbClr val="B70F16"/>
                </a:solidFill>
              </a:rPr>
              <a:t>VENDOR-RELEASE-NOTE.TXT</a:t>
            </a:r>
          </a:p>
        </p:txBody>
      </p:sp>
      <p:sp>
        <p:nvSpPr>
          <p:cNvPr id="10" name="source-copy">
            <a:extLst xmlns:a="http://schemas.openxmlformats.org/drawingml/2006/main">
              <a:ext uri="{FF2B5EF4-FFF2-40B4-BE49-F238E27FC236}">
                <a16:creationId xmlns:a16="http://schemas.microsoft.com/office/drawing/2014/main" id="{94E37FB5-72F6-4A48-8067-852F6AFF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6191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71717"/>
                </a:solidFill>
              </a:defRPr>
            </a:pPr>
            <a:r>
              <a:rPr sz="1575" b="0" i="0">
                <a:solidFill>
                  <a:srgbClr val="171717"/>
                </a:solidFill>
              </a:rPr>
              <a:t>Release candidate for the Northwind migration.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 i="0">
                <a:solidFill>
                  <a:srgbClr val="171717"/>
                </a:solidFill>
              </a:defRPr>
            </a:pPr>
            <a:r>
              <a:rPr sz="1575" b="0" i="0">
                <a:solidFill>
                  <a:srgbClr val="171717"/>
                </a:solidFill>
              </a:rPr>
              <a:t>Owner: Maya Chen</a:t>
            </a:r>
          </a:p>
          <a:p xmlns:a="http://schemas.openxmlformats.org/drawingml/2006/main">
            <a:pPr algn="l">
              <a:defRPr sz="1575" b="0" i="0">
                <a:solidFill>
                  <a:srgbClr val="171717"/>
                </a:solidFill>
              </a:defRPr>
            </a:pPr>
            <a:r>
              <a:rPr sz="1575" b="0" i="0">
                <a:solidFill>
                  <a:srgbClr val="171717"/>
                </a:solidFill>
              </a:rPr>
              <a:t>Email: maya.chen@example.com</a:t>
            </a:r>
          </a:p>
          <a:p xmlns:a="http://schemas.openxmlformats.org/drawingml/2006/main">
            <a:pPr algn="l">
              <a:defRPr sz="1575" b="0" i="0">
                <a:solidFill>
                  <a:srgbClr val="171717"/>
                </a:solidFill>
              </a:defRPr>
            </a:pPr>
            <a:r>
              <a:rPr sz="1575" b="0" i="0">
                <a:solidFill>
                  <a:srgbClr val="171717"/>
                </a:solidFill>
              </a:rPr>
              <a:t>Emergency phone: 13800138000</a:t>
            </a:r>
          </a:p>
          <a:p xmlns:a="http://schemas.openxmlformats.org/drawingml/2006/main">
            <a:pPr algn="l">
              <a:defRPr sz="1575" b="0" i="0">
                <a:solidFill>
                  <a:srgbClr val="171717"/>
                </a:solidFill>
              </a:defRPr>
            </a:pPr>
            <a:r>
              <a:rPr sz="1575" b="0" i="0">
                <a:solidFill>
                  <a:srgbClr val="171717"/>
                </a:solidFill>
              </a:rPr>
              <a:t>Internal endpoint: 10.24.8.16</a:t>
            </a:r>
          </a:p>
          <a:p xmlns:a="http://schemas.openxmlformats.org/drawingml/2006/main">
            <a:pPr algn="l">
              <a:defRPr sz="1575" b="0" i="0">
                <a:solidFill>
                  <a:srgbClr val="171717"/>
                </a:solidFill>
              </a:defRPr>
            </a:pPr>
            <a:r>
              <a:rPr sz="1575" b="0" i="0">
                <a:solidFill>
                  <a:srgbClr val="171717"/>
                </a:solidFill>
              </a:rPr>
              <a:t>Temporary API key: sk-localDemoKey123456789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 i="0">
                <a:solidFill>
                  <a:srgbClr val="171717"/>
                </a:solidFill>
              </a:defRPr>
            </a:pPr>
            <a:r>
              <a:rPr sz="1575" b="0" i="0">
                <a:solidFill>
                  <a:srgbClr val="171717"/>
                </a:solidFill>
              </a:rPr>
              <a:t>The public statement may mention the August migration window and rollback rehearsal.</a:t>
            </a:r>
          </a:p>
        </p:txBody>
      </p:sp>
      <p:sp>
        <p:nvSpPr>
          <p:cNvPr id="11" name="risk-no-0">
            <a:extLst xmlns:a="http://schemas.openxmlformats.org/drawingml/2006/main">
              <a:ext uri="{FF2B5EF4-FFF2-40B4-BE49-F238E27FC236}">
                <a16:creationId xmlns:a16="http://schemas.microsoft.com/office/drawing/2014/main" id="{FE2613A4-DEED-4403-807F-96F95865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09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70F16"/>
                </a:solidFill>
              </a:defRPr>
            </a:pPr>
            <a:r>
              <a:rPr sz="900" b="1" i="0">
                <a:solidFill>
                  <a:srgbClr val="B70F16"/>
                </a:solidFill>
              </a:rPr>
              <a:t>01</a:t>
            </a:r>
          </a:p>
        </p:txBody>
      </p:sp>
      <p:sp>
        <p:nvSpPr>
          <p:cNvPr id="12" name="risk-rule-0">
            <a:extLst xmlns:a="http://schemas.openxmlformats.org/drawingml/2006/main">
              <a:ext uri="{FF2B5EF4-FFF2-40B4-BE49-F238E27FC236}">
                <a16:creationId xmlns:a16="http://schemas.microsoft.com/office/drawing/2014/main" id="{36BCE6A8-7D8E-4B71-8DBA-E7A2C934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8600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1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isk-title-0">
            <a:extLst xmlns:a="http://schemas.openxmlformats.org/drawingml/2006/main">
              <a:ext uri="{FF2B5EF4-FFF2-40B4-BE49-F238E27FC236}">
                <a16:creationId xmlns:a16="http://schemas.microsoft.com/office/drawing/2014/main" id="{4EB6CB21-F79E-43D7-B996-5E6A7898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765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1717"/>
                </a:solidFill>
              </a:defRPr>
            </a:pPr>
            <a:r>
              <a:rPr sz="1500" b="1" i="0">
                <a:solidFill>
                  <a:srgbClr val="171717"/>
                </a:solidFill>
              </a:rPr>
              <a:t>PERSONAL CONTACT</a:t>
            </a:r>
          </a:p>
        </p:txBody>
      </p:sp>
      <p:sp>
        <p:nvSpPr>
          <p:cNvPr id="14" name="risk-desc-0">
            <a:extLst xmlns:a="http://schemas.openxmlformats.org/drawingml/2006/main">
              <a:ext uri="{FF2B5EF4-FFF2-40B4-BE49-F238E27FC236}">
                <a16:creationId xmlns:a16="http://schemas.microsoft.com/office/drawing/2014/main" id="{397A9B6A-34B1-4FC0-B7EF-790E5E82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432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6B67"/>
                </a:solidFill>
              </a:defRPr>
            </a:pPr>
            <a:r>
              <a:rPr sz="1200" b="0" i="0">
                <a:solidFill>
                  <a:srgbClr val="686B67"/>
                </a:solidFill>
              </a:rPr>
              <a:t>Email and phone</a:t>
            </a:r>
          </a:p>
        </p:txBody>
      </p:sp>
      <p:sp>
        <p:nvSpPr>
          <p:cNvPr id="15" name="risk-no-1">
            <a:extLst xmlns:a="http://schemas.openxmlformats.org/drawingml/2006/main">
              <a:ext uri="{FF2B5EF4-FFF2-40B4-BE49-F238E27FC236}">
                <a16:creationId xmlns:a16="http://schemas.microsoft.com/office/drawing/2014/main" id="{A1F08D01-BA11-4286-96FD-D776C630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86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70F16"/>
                </a:solidFill>
              </a:defRPr>
            </a:pPr>
            <a:r>
              <a:rPr sz="900" b="1" i="0">
                <a:solidFill>
                  <a:srgbClr val="B70F16"/>
                </a:solidFill>
              </a:rPr>
              <a:t>02</a:t>
            </a:r>
          </a:p>
        </p:txBody>
      </p:sp>
      <p:sp>
        <p:nvSpPr>
          <p:cNvPr id="16" name="risk-rule-1">
            <a:extLst xmlns:a="http://schemas.openxmlformats.org/drawingml/2006/main">
              <a:ext uri="{FF2B5EF4-FFF2-40B4-BE49-F238E27FC236}">
                <a16:creationId xmlns:a16="http://schemas.microsoft.com/office/drawing/2014/main" id="{A4943D84-7DE0-4224-BA93-23C81772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6230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1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isk-title-1">
            <a:extLst xmlns:a="http://schemas.openxmlformats.org/drawingml/2006/main">
              <a:ext uri="{FF2B5EF4-FFF2-40B4-BE49-F238E27FC236}">
                <a16:creationId xmlns:a16="http://schemas.microsoft.com/office/drawing/2014/main" id="{F24C5A21-A623-46DA-A4EC-58AB5370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528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1717"/>
                </a:solidFill>
              </a:defRPr>
            </a:pPr>
            <a:r>
              <a:rPr sz="1500" b="1" i="0">
                <a:solidFill>
                  <a:srgbClr val="171717"/>
                </a:solidFill>
              </a:rPr>
              <a:t>INTERNAL NETWORK</a:t>
            </a:r>
          </a:p>
        </p:txBody>
      </p:sp>
      <p:sp>
        <p:nvSpPr>
          <p:cNvPr id="18" name="risk-desc-1">
            <a:extLst xmlns:a="http://schemas.openxmlformats.org/drawingml/2006/main">
              <a:ext uri="{FF2B5EF4-FFF2-40B4-BE49-F238E27FC236}">
                <a16:creationId xmlns:a16="http://schemas.microsoft.com/office/drawing/2014/main" id="{86EE766C-D0A8-48CA-A9A0-9D06004B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19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6B67"/>
                </a:solidFill>
              </a:defRPr>
            </a:pPr>
            <a:r>
              <a:rPr sz="1200" b="0" i="0">
                <a:solidFill>
                  <a:srgbClr val="686B67"/>
                </a:solidFill>
              </a:rPr>
              <a:t>Private IP address</a:t>
            </a:r>
          </a:p>
        </p:txBody>
      </p:sp>
      <p:sp>
        <p:nvSpPr>
          <p:cNvPr id="19" name="risk-no-2">
            <a:extLst xmlns:a="http://schemas.openxmlformats.org/drawingml/2006/main">
              <a:ext uri="{FF2B5EF4-FFF2-40B4-BE49-F238E27FC236}">
                <a16:creationId xmlns:a16="http://schemas.microsoft.com/office/drawing/2014/main" id="{91AF9F75-F772-4A80-8B4E-079830C2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62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70F16"/>
                </a:solidFill>
              </a:defRPr>
            </a:pPr>
            <a:r>
              <a:rPr sz="900" b="1" i="0">
                <a:solidFill>
                  <a:srgbClr val="B70F16"/>
                </a:solidFill>
              </a:rPr>
              <a:t>03</a:t>
            </a:r>
          </a:p>
        </p:txBody>
      </p:sp>
      <p:sp>
        <p:nvSpPr>
          <p:cNvPr id="20" name="risk-rule-2">
            <a:extLst xmlns:a="http://schemas.openxmlformats.org/drawingml/2006/main">
              <a:ext uri="{FF2B5EF4-FFF2-40B4-BE49-F238E27FC236}">
                <a16:creationId xmlns:a16="http://schemas.microsoft.com/office/drawing/2014/main" id="{7916248F-C151-425F-8EFC-609408DE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3860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1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isk-title-2">
            <a:extLst xmlns:a="http://schemas.openxmlformats.org/drawingml/2006/main">
              <a:ext uri="{FF2B5EF4-FFF2-40B4-BE49-F238E27FC236}">
                <a16:creationId xmlns:a16="http://schemas.microsoft.com/office/drawing/2014/main" id="{41C16DC8-FF0B-4DA5-B5C1-D5D8F1A2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291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1717"/>
                </a:solidFill>
              </a:defRPr>
            </a:pPr>
            <a:r>
              <a:rPr sz="1500" b="1" i="0">
                <a:solidFill>
                  <a:srgbClr val="171717"/>
                </a:solidFill>
              </a:rPr>
              <a:t>CREDENTIAL</a:t>
            </a:r>
          </a:p>
        </p:txBody>
      </p:sp>
      <p:sp>
        <p:nvSpPr>
          <p:cNvPr id="22" name="risk-desc-2">
            <a:extLst xmlns:a="http://schemas.openxmlformats.org/drawingml/2006/main">
              <a:ext uri="{FF2B5EF4-FFF2-40B4-BE49-F238E27FC236}">
                <a16:creationId xmlns:a16="http://schemas.microsoft.com/office/drawing/2014/main" id="{E5C5A22E-09A1-4A62-96C8-8FA61C3F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95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6B67"/>
                </a:solidFill>
              </a:defRPr>
            </a:pPr>
            <a:r>
              <a:rPr sz="1200" b="0" i="0">
                <a:solidFill>
                  <a:srgbClr val="686B67"/>
                </a:solidFill>
              </a:rPr>
              <a:t>Temporary API key</a:t>
            </a:r>
          </a:p>
        </p:txBody>
      </p:sp>
      <p:sp>
        <p:nvSpPr>
          <p:cNvPr id="23" name="risk-no-3">
            <a:extLst xmlns:a="http://schemas.openxmlformats.org/drawingml/2006/main">
              <a:ext uri="{FF2B5EF4-FFF2-40B4-BE49-F238E27FC236}">
                <a16:creationId xmlns:a16="http://schemas.microsoft.com/office/drawing/2014/main" id="{D00BBB95-01F2-43E0-8193-3A7CA6F3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38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70F16"/>
                </a:solidFill>
              </a:defRPr>
            </a:pPr>
            <a:r>
              <a:rPr sz="900" b="1" i="0">
                <a:solidFill>
                  <a:srgbClr val="B70F16"/>
                </a:solidFill>
              </a:rPr>
              <a:t>04</a:t>
            </a:r>
          </a:p>
        </p:txBody>
      </p:sp>
      <p:sp>
        <p:nvSpPr>
          <p:cNvPr id="24" name="risk-rule-3">
            <a:extLst xmlns:a="http://schemas.openxmlformats.org/drawingml/2006/main">
              <a:ext uri="{FF2B5EF4-FFF2-40B4-BE49-F238E27FC236}">
                <a16:creationId xmlns:a16="http://schemas.microsoft.com/office/drawing/2014/main" id="{FC14C74C-0633-402C-99C9-908CB902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91490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1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isk-title-3">
            <a:extLst xmlns:a="http://schemas.openxmlformats.org/drawingml/2006/main">
              <a:ext uri="{FF2B5EF4-FFF2-40B4-BE49-F238E27FC236}">
                <a16:creationId xmlns:a16="http://schemas.microsoft.com/office/drawing/2014/main" id="{9D4AD68F-E564-49A3-879F-2B1F67E4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054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1717"/>
                </a:solidFill>
              </a:defRPr>
            </a:pPr>
            <a:r>
              <a:rPr sz="1500" b="1" i="0">
                <a:solidFill>
                  <a:srgbClr val="171717"/>
                </a:solidFill>
              </a:rPr>
              <a:t>UNSUPPORTED CLAIM</a:t>
            </a:r>
          </a:p>
        </p:txBody>
      </p:sp>
      <p:sp>
        <p:nvSpPr>
          <p:cNvPr id="26" name="risk-desc-3">
            <a:extLst xmlns:a="http://schemas.openxmlformats.org/drawingml/2006/main">
              <a:ext uri="{FF2B5EF4-FFF2-40B4-BE49-F238E27FC236}">
                <a16:creationId xmlns:a16="http://schemas.microsoft.com/office/drawing/2014/main" id="{7C8A9387-B7C1-45DC-B56E-B63DB69F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372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6B67"/>
                </a:solidFill>
              </a:defRPr>
            </a:pPr>
            <a:r>
              <a:rPr sz="1200" b="0" i="0">
                <a:solidFill>
                  <a:srgbClr val="686B67"/>
                </a:solidFill>
              </a:rPr>
              <a:t>Needs source evidence</a:t>
            </a:r>
          </a:p>
        </p:txBody>
      </p:sp>
    </p:spTree>
    <p:extLst>
      <p:ext uri="{BB962C8B-B14F-4D97-AF65-F5344CB8AC3E}">
        <p14:creationId xmlns:p14="http://schemas.microsoft.com/office/powerpoint/2010/main" val="14137511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brand-3">
            <a:extLst xmlns:a="http://schemas.openxmlformats.org/drawingml/2006/main">
              <a:ext uri="{FF2B5EF4-FFF2-40B4-BE49-F238E27FC236}">
                <a16:creationId xmlns:a16="http://schemas.microsoft.com/office/drawing/2014/main" id="{491A2DB3-27FA-4B9C-A40B-4EF397EF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1717"/>
                </a:solidFill>
              </a:defRPr>
            </a:pPr>
            <a:r>
              <a:rPr sz="900" b="1" i="0">
                <a:solidFill>
                  <a:srgbClr val="171717"/>
                </a:solidFill>
              </a:rPr>
              <a:t>REDACTFLOW AMD</a:t>
            </a:r>
          </a:p>
        </p:txBody>
      </p:sp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1A3C4843-E37A-4843-810F-47D5D448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7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86B67"/>
                </a:solidFill>
              </a:defRPr>
            </a:pPr>
            <a:r>
              <a:rPr sz="825" b="0" i="0">
                <a:solidFill>
                  <a:srgbClr val="686B67"/>
                </a:solidFill>
              </a:rPr>
              <a:t>WORKFLOW</a:t>
            </a:r>
          </a:p>
        </p:txBody>
      </p:sp>
      <p:sp>
        <p:nvSpPr>
          <p:cNvPr id="3" name="top-rule-3">
            <a:extLst xmlns:a="http://schemas.openxmlformats.org/drawingml/2006/main">
              <a:ext uri="{FF2B5EF4-FFF2-40B4-BE49-F238E27FC236}">
                <a16:creationId xmlns:a16="http://schemas.microsoft.com/office/drawing/2014/main" id="{D248E494-B9CF-45AB-8979-6A3D6446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ttom-rule-3">
            <a:extLst xmlns:a="http://schemas.openxmlformats.org/drawingml/2006/main">
              <a:ext uri="{FF2B5EF4-FFF2-40B4-BE49-F238E27FC236}">
                <a16:creationId xmlns:a16="http://schemas.microsoft.com/office/drawing/2014/main" id="{A5301C49-D74E-4628-8B06-0A52C59A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1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3">
            <a:extLst xmlns:a="http://schemas.openxmlformats.org/drawingml/2006/main">
              <a:ext uri="{FF2B5EF4-FFF2-40B4-BE49-F238E27FC236}">
                <a16:creationId xmlns:a16="http://schemas.microsoft.com/office/drawing/2014/main" id="{DB71E513-C337-47EC-ACA8-2773F559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86B67"/>
                </a:solidFill>
              </a:defRPr>
            </a:pPr>
            <a:r>
              <a:rPr sz="675" b="0" i="0">
                <a:solidFill>
                  <a:srgbClr val="686B67"/>
                </a:solidFill>
              </a:rPr>
              <a:t>LOCAL-FIRST DOCUMENT RELEASE AGENT</a:t>
            </a:r>
          </a:p>
        </p:txBody>
      </p:sp>
      <p:sp>
        <p:nvSpPr>
          <p:cNvPr id="6" name="page-3">
            <a:extLst xmlns:a="http://schemas.openxmlformats.org/drawingml/2006/main">
              <a:ext uri="{FF2B5EF4-FFF2-40B4-BE49-F238E27FC236}">
                <a16:creationId xmlns:a16="http://schemas.microsoft.com/office/drawing/2014/main" id="{A1F62F18-9896-44D3-9EEA-CEE7485C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86B67"/>
                </a:solidFill>
              </a:defRPr>
            </a:pPr>
            <a:r>
              <a:rPr sz="675" b="0" i="0">
                <a:solidFill>
                  <a:srgbClr val="686B67"/>
                </a:solidFill>
              </a:rPr>
              <a:t>03</a:t>
            </a:r>
          </a:p>
        </p:txBody>
      </p:sp>
      <p:sp>
        <p:nvSpPr>
          <p:cNvPr id="7" name="headline-3">
            <a:extLst xmlns:a="http://schemas.openxmlformats.org/drawingml/2006/main">
              <a:ext uri="{FF2B5EF4-FFF2-40B4-BE49-F238E27FC236}">
                <a16:creationId xmlns:a16="http://schemas.microsoft.com/office/drawing/2014/main" id="{BCD902E8-6DE9-427D-B7E3-93D272EB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1717"/>
                </a:solidFill>
              </a:defRPr>
            </a:pPr>
            <a:r>
              <a:rPr sz="3150" b="1" i="0">
                <a:solidFill>
                  <a:srgbClr val="171717"/>
                </a:solidFill>
              </a:rPr>
              <a:t>The agent makes every effect visible before it runs</a:t>
            </a:r>
          </a:p>
        </p:txBody>
      </p:sp>
      <p:sp>
        <p:nvSpPr>
          <p:cNvPr id="8" name="subhead-3">
            <a:extLst xmlns:a="http://schemas.openxmlformats.org/drawingml/2006/main">
              <a:ext uri="{FF2B5EF4-FFF2-40B4-BE49-F238E27FC236}">
                <a16:creationId xmlns:a16="http://schemas.microsoft.com/office/drawing/2014/main" id="{3EB243F3-CBBE-4271-846B-6C851EFB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86B67"/>
                </a:solidFill>
              </a:defRPr>
            </a:pPr>
            <a:r>
              <a:rPr sz="1500" b="0" i="0">
                <a:solidFill>
                  <a:srgbClr val="686B67"/>
                </a:solidFill>
              </a:rPr>
              <a:t>One task becomes a grounded, inspectable, permissioned execution loop.</a:t>
            </a:r>
          </a:p>
        </p:txBody>
      </p:sp>
      <p:sp>
        <p:nvSpPr>
          <p:cNvPr id="9" name="step-line-1">
            <a:extLst xmlns:a="http://schemas.openxmlformats.org/drawingml/2006/main">
              <a:ext uri="{FF2B5EF4-FFF2-40B4-BE49-F238E27FC236}">
                <a16:creationId xmlns:a16="http://schemas.microsoft.com/office/drawing/2014/main" id="{33293AA0-655E-43D8-917B-668E3079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29000"/>
            <a:ext cx="1409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1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ep-node-1">
            <a:extLst xmlns:a="http://schemas.openxmlformats.org/drawingml/2006/main">
              <a:ext uri="{FF2B5EF4-FFF2-40B4-BE49-F238E27FC236}">
                <a16:creationId xmlns:a16="http://schemas.microsoft.com/office/drawing/2014/main" id="{54F7A8EC-A868-427A-84BB-E4C345B7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index-1">
            <a:extLst xmlns:a="http://schemas.openxmlformats.org/drawingml/2006/main">
              <a:ext uri="{FF2B5EF4-FFF2-40B4-BE49-F238E27FC236}">
                <a16:creationId xmlns:a16="http://schemas.microsoft.com/office/drawing/2014/main" id="{B53E8DDF-FC32-4ECA-ADAB-87D8ECA1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8"/>
                </a:solidFill>
              </a:defRPr>
            </a:pPr>
            <a:r>
              <a:rPr sz="975" b="1" i="0">
                <a:solidFill>
                  <a:srgbClr val="FFFDF8"/>
                </a:solidFill>
              </a:rPr>
              <a:t>01</a:t>
            </a:r>
          </a:p>
        </p:txBody>
      </p:sp>
      <p:sp>
        <p:nvSpPr>
          <p:cNvPr id="12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D8CE7A4C-611A-421B-9D19-C90FF76A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1066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1717"/>
                </a:solidFill>
              </a:defRPr>
            </a:pPr>
            <a:r>
              <a:rPr sz="1575" b="1" i="0">
                <a:solidFill>
                  <a:srgbClr val="171717"/>
                </a:solidFill>
              </a:rPr>
              <a:t>Retrieve</a:t>
            </a:r>
          </a:p>
        </p:txBody>
      </p:sp>
      <p:sp>
        <p:nvSpPr>
          <p:cNvPr id="13" name="step-description-1">
            <a:extLst xmlns:a="http://schemas.openxmlformats.org/drawingml/2006/main">
              <a:ext uri="{FF2B5EF4-FFF2-40B4-BE49-F238E27FC236}">
                <a16:creationId xmlns:a16="http://schemas.microsoft.com/office/drawing/2014/main" id="{DB1801F4-6F2A-47E3-B42E-03E63A8B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1371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86B67"/>
                </a:solidFill>
              </a:defRPr>
            </a:pPr>
            <a:r>
              <a:rPr sz="1125" b="0" i="0">
                <a:solidFill>
                  <a:srgbClr val="686B67"/>
                </a:solidFill>
              </a:rPr>
              <a:t>Search the local vault for evidence.</a:t>
            </a:r>
          </a:p>
        </p:txBody>
      </p:sp>
      <p:sp>
        <p:nvSpPr>
          <p:cNvPr id="14" name="step-line-2">
            <a:extLst xmlns:a="http://schemas.openxmlformats.org/drawingml/2006/main">
              <a:ext uri="{FF2B5EF4-FFF2-40B4-BE49-F238E27FC236}">
                <a16:creationId xmlns:a16="http://schemas.microsoft.com/office/drawing/2014/main" id="{0C0CB870-7011-4F80-8536-C8757B76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429000"/>
            <a:ext cx="1409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1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node-2">
            <a:extLst xmlns:a="http://schemas.openxmlformats.org/drawingml/2006/main">
              <a:ext uri="{FF2B5EF4-FFF2-40B4-BE49-F238E27FC236}">
                <a16:creationId xmlns:a16="http://schemas.microsoft.com/office/drawing/2014/main" id="{E43034DD-FD66-4ABC-9FEB-6BACAC2D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43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ep-index-2">
            <a:extLst xmlns:a="http://schemas.openxmlformats.org/drawingml/2006/main">
              <a:ext uri="{FF2B5EF4-FFF2-40B4-BE49-F238E27FC236}">
                <a16:creationId xmlns:a16="http://schemas.microsoft.com/office/drawing/2014/main" id="{AAA3784D-947D-4547-A822-10878DFC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95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8"/>
                </a:solidFill>
              </a:defRPr>
            </a:pPr>
            <a:r>
              <a:rPr sz="975" b="1" i="0">
                <a:solidFill>
                  <a:srgbClr val="FFFDF8"/>
                </a:solidFill>
              </a:rPr>
              <a:t>02</a:t>
            </a:r>
          </a:p>
        </p:txBody>
      </p:sp>
      <p:sp>
        <p:nvSpPr>
          <p:cNvPr id="17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11D92DC7-B7D4-4474-96FA-A94423B9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57625"/>
            <a:ext cx="1066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1717"/>
                </a:solidFill>
              </a:defRPr>
            </a:pPr>
            <a:r>
              <a:rPr sz="1575" b="1" i="0">
                <a:solidFill>
                  <a:srgbClr val="171717"/>
                </a:solidFill>
              </a:rPr>
              <a:t>Inspect</a:t>
            </a:r>
          </a:p>
        </p:txBody>
      </p:sp>
      <p:sp>
        <p:nvSpPr>
          <p:cNvPr id="18" name="step-description-2">
            <a:extLst xmlns:a="http://schemas.openxmlformats.org/drawingml/2006/main">
              <a:ext uri="{FF2B5EF4-FFF2-40B4-BE49-F238E27FC236}">
                <a16:creationId xmlns:a16="http://schemas.microsoft.com/office/drawing/2014/main" id="{47164AC5-A316-4740-B693-833006E8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476750"/>
            <a:ext cx="1371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86B67"/>
                </a:solidFill>
              </a:defRPr>
            </a:pPr>
            <a:r>
              <a:rPr sz="1125" b="0" i="0">
                <a:solidFill>
                  <a:srgbClr val="686B67"/>
                </a:solidFill>
              </a:rPr>
              <a:t>Detect sensitive values without mutation.</a:t>
            </a:r>
          </a:p>
        </p:txBody>
      </p:sp>
      <p:sp>
        <p:nvSpPr>
          <p:cNvPr id="19" name="step-line-3">
            <a:extLst xmlns:a="http://schemas.openxmlformats.org/drawingml/2006/main">
              <a:ext uri="{FF2B5EF4-FFF2-40B4-BE49-F238E27FC236}">
                <a16:creationId xmlns:a16="http://schemas.microsoft.com/office/drawing/2014/main" id="{5D7EE5A2-4FED-4D4C-B0D6-2C1A993F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429000"/>
            <a:ext cx="1409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1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ep-node-3">
            <a:extLst xmlns:a="http://schemas.openxmlformats.org/drawingml/2006/main">
              <a:ext uri="{FF2B5EF4-FFF2-40B4-BE49-F238E27FC236}">
                <a16:creationId xmlns:a16="http://schemas.microsoft.com/office/drawing/2014/main" id="{12432641-CCED-4DAA-90F3-A8B53823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43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ep-index-3">
            <a:extLst xmlns:a="http://schemas.openxmlformats.org/drawingml/2006/main">
              <a:ext uri="{FF2B5EF4-FFF2-40B4-BE49-F238E27FC236}">
                <a16:creationId xmlns:a16="http://schemas.microsoft.com/office/drawing/2014/main" id="{FE4CFEA1-7A87-4EA9-B3C0-338061BC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95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8"/>
                </a:solidFill>
              </a:defRPr>
            </a:pPr>
            <a:r>
              <a:rPr sz="975" b="1" i="0">
                <a:solidFill>
                  <a:srgbClr val="FFFDF8"/>
                </a:solidFill>
              </a:rPr>
              <a:t>03</a:t>
            </a:r>
          </a:p>
        </p:txBody>
      </p:sp>
      <p:sp>
        <p:nvSpPr>
          <p:cNvPr id="22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E80F2ABA-740D-44B7-854C-5552312E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57625"/>
            <a:ext cx="1066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1717"/>
                </a:solidFill>
              </a:defRPr>
            </a:pPr>
            <a:r>
              <a:rPr sz="1575" b="1" i="0">
                <a:solidFill>
                  <a:srgbClr val="171717"/>
                </a:solidFill>
              </a:rPr>
              <a:t>Plan</a:t>
            </a:r>
          </a:p>
        </p:txBody>
      </p:sp>
      <p:sp>
        <p:nvSpPr>
          <p:cNvPr id="23" name="step-description-3">
            <a:extLst xmlns:a="http://schemas.openxmlformats.org/drawingml/2006/main">
              <a:ext uri="{FF2B5EF4-FFF2-40B4-BE49-F238E27FC236}">
                <a16:creationId xmlns:a16="http://schemas.microsoft.com/office/drawing/2014/main" id="{1078BA94-2D48-456D-8F36-4BA46E14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476750"/>
            <a:ext cx="1371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86B67"/>
                </a:solidFill>
              </a:defRPr>
            </a:pPr>
            <a:r>
              <a:rPr sz="1125" b="0" i="0">
                <a:solidFill>
                  <a:srgbClr val="686B67"/>
                </a:solidFill>
              </a:rPr>
              <a:t>Show tools, order, and effects.</a:t>
            </a:r>
          </a:p>
        </p:txBody>
      </p:sp>
      <p:sp>
        <p:nvSpPr>
          <p:cNvPr id="24" name="step-line-4">
            <a:extLst xmlns:a="http://schemas.openxmlformats.org/drawingml/2006/main">
              <a:ext uri="{FF2B5EF4-FFF2-40B4-BE49-F238E27FC236}">
                <a16:creationId xmlns:a16="http://schemas.microsoft.com/office/drawing/2014/main" id="{0F953C16-3B75-4519-A6B5-6BD40FD1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29000"/>
            <a:ext cx="1409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1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tep-node-4">
            <a:extLst xmlns:a="http://schemas.openxmlformats.org/drawingml/2006/main">
              <a:ext uri="{FF2B5EF4-FFF2-40B4-BE49-F238E27FC236}">
                <a16:creationId xmlns:a16="http://schemas.microsoft.com/office/drawing/2014/main" id="{074ABE5D-758B-48EC-A2C0-B2381FD2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43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tep-index-4">
            <a:extLst xmlns:a="http://schemas.openxmlformats.org/drawingml/2006/main">
              <a:ext uri="{FF2B5EF4-FFF2-40B4-BE49-F238E27FC236}">
                <a16:creationId xmlns:a16="http://schemas.microsoft.com/office/drawing/2014/main" id="{0B4DF005-8F83-478E-A619-06EE175D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95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8"/>
                </a:solidFill>
              </a:defRPr>
            </a:pPr>
            <a:r>
              <a:rPr sz="975" b="1" i="0">
                <a:solidFill>
                  <a:srgbClr val="FFFDF8"/>
                </a:solidFill>
              </a:rPr>
              <a:t>04</a:t>
            </a:r>
          </a:p>
        </p:txBody>
      </p:sp>
      <p:sp>
        <p:nvSpPr>
          <p:cNvPr id="27" name="step-label-4">
            <a:extLst xmlns:a="http://schemas.openxmlformats.org/drawingml/2006/main">
              <a:ext uri="{FF2B5EF4-FFF2-40B4-BE49-F238E27FC236}">
                <a16:creationId xmlns:a16="http://schemas.microsoft.com/office/drawing/2014/main" id="{96D241DE-B30E-4392-8BB6-C94F77A4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57625"/>
            <a:ext cx="1066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1717"/>
                </a:solidFill>
              </a:defRPr>
            </a:pPr>
            <a:r>
              <a:rPr sz="1575" b="1" i="0">
                <a:solidFill>
                  <a:srgbClr val="171717"/>
                </a:solidFill>
              </a:rPr>
              <a:t>Approve</a:t>
            </a:r>
          </a:p>
        </p:txBody>
      </p:sp>
      <p:sp>
        <p:nvSpPr>
          <p:cNvPr id="28" name="step-description-4">
            <a:extLst xmlns:a="http://schemas.openxmlformats.org/drawingml/2006/main">
              <a:ext uri="{FF2B5EF4-FFF2-40B4-BE49-F238E27FC236}">
                <a16:creationId xmlns:a16="http://schemas.microsoft.com/office/drawing/2014/main" id="{14EEDF2F-83A5-49C1-85DE-1ED0B310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76750"/>
            <a:ext cx="1371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86B67"/>
                </a:solidFill>
              </a:defRPr>
            </a:pPr>
            <a:r>
              <a:rPr sz="1125" b="0" i="0">
                <a:solidFill>
                  <a:srgbClr val="686B67"/>
                </a:solidFill>
              </a:rPr>
              <a:t>Grant transform and write separately.</a:t>
            </a:r>
          </a:p>
        </p:txBody>
      </p:sp>
      <p:sp>
        <p:nvSpPr>
          <p:cNvPr id="29" name="step-line-5">
            <a:extLst xmlns:a="http://schemas.openxmlformats.org/drawingml/2006/main">
              <a:ext uri="{FF2B5EF4-FFF2-40B4-BE49-F238E27FC236}">
                <a16:creationId xmlns:a16="http://schemas.microsoft.com/office/drawing/2014/main" id="{F613FA44-99CD-4D5F-9A86-CB043BA6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29000"/>
            <a:ext cx="1409700" cy="2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step-node-5">
            <a:extLst xmlns:a="http://schemas.openxmlformats.org/drawingml/2006/main">
              <a:ext uri="{FF2B5EF4-FFF2-40B4-BE49-F238E27FC236}">
                <a16:creationId xmlns:a16="http://schemas.microsoft.com/office/drawing/2014/main" id="{ED67D11F-4540-4BE0-A19F-E4A19BB6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43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tep-index-5">
            <a:extLst xmlns:a="http://schemas.openxmlformats.org/drawingml/2006/main">
              <a:ext uri="{FF2B5EF4-FFF2-40B4-BE49-F238E27FC236}">
                <a16:creationId xmlns:a16="http://schemas.microsoft.com/office/drawing/2014/main" id="{2B953A86-DAC7-4297-8E45-3958669D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95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8"/>
                </a:solidFill>
              </a:defRPr>
            </a:pPr>
            <a:r>
              <a:rPr sz="975" b="1" i="0">
                <a:solidFill>
                  <a:srgbClr val="FFFDF8"/>
                </a:solidFill>
              </a:rPr>
              <a:t>05</a:t>
            </a:r>
          </a:p>
        </p:txBody>
      </p:sp>
      <p:sp>
        <p:nvSpPr>
          <p:cNvPr id="32" name="step-label-5">
            <a:extLst xmlns:a="http://schemas.openxmlformats.org/drawingml/2006/main">
              <a:ext uri="{FF2B5EF4-FFF2-40B4-BE49-F238E27FC236}">
                <a16:creationId xmlns:a16="http://schemas.microsoft.com/office/drawing/2014/main" id="{23C2C745-264F-4DA2-84E7-4EB0EE5D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57625"/>
            <a:ext cx="1066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1717"/>
                </a:solidFill>
              </a:defRPr>
            </a:pPr>
            <a:r>
              <a:rPr sz="1575" b="1" i="0">
                <a:solidFill>
                  <a:srgbClr val="171717"/>
                </a:solidFill>
              </a:rPr>
              <a:t>Release</a:t>
            </a:r>
          </a:p>
        </p:txBody>
      </p:sp>
      <p:sp>
        <p:nvSpPr>
          <p:cNvPr id="33" name="step-description-5">
            <a:extLst xmlns:a="http://schemas.openxmlformats.org/drawingml/2006/main">
              <a:ext uri="{FF2B5EF4-FFF2-40B4-BE49-F238E27FC236}">
                <a16:creationId xmlns:a16="http://schemas.microsoft.com/office/drawing/2014/main" id="{36A3EDE6-7188-4C99-9FAA-30819FD0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76750"/>
            <a:ext cx="1371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86B67"/>
                </a:solidFill>
              </a:defRPr>
            </a:pPr>
            <a:r>
              <a:rPr sz="1125" b="0" i="0">
                <a:solidFill>
                  <a:srgbClr val="686B67"/>
                </a:solidFill>
              </a:rPr>
              <a:t>Create a new safe copy and audit record.</a:t>
            </a:r>
          </a:p>
        </p:txBody>
      </p:sp>
    </p:spTree>
    <p:extLst>
      <p:ext uri="{BB962C8B-B14F-4D97-AF65-F5344CB8AC3E}">
        <p14:creationId xmlns:p14="http://schemas.microsoft.com/office/powerpoint/2010/main" val="10873326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brand-4">
            <a:extLst xmlns:a="http://schemas.openxmlformats.org/drawingml/2006/main">
              <a:ext uri="{FF2B5EF4-FFF2-40B4-BE49-F238E27FC236}">
                <a16:creationId xmlns:a16="http://schemas.microsoft.com/office/drawing/2014/main" id="{C15A0E85-C370-403C-800C-80D58630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1717"/>
                </a:solidFill>
              </a:defRPr>
            </a:pPr>
            <a:r>
              <a:rPr sz="900" b="1" i="0">
                <a:solidFill>
                  <a:srgbClr val="171717"/>
                </a:solidFill>
              </a:rPr>
              <a:t>REDACTFLOW AMD</a:t>
            </a:r>
          </a:p>
        </p:txBody>
      </p:sp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28661E05-63F2-440A-A5D5-389D0B6C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7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86B67"/>
                </a:solidFill>
              </a:defRPr>
            </a:pPr>
            <a:r>
              <a:rPr sz="825" b="0" i="0">
                <a:solidFill>
                  <a:srgbClr val="686B67"/>
                </a:solidFill>
              </a:rPr>
              <a:t>CONTROL</a:t>
            </a:r>
          </a:p>
        </p:txBody>
      </p:sp>
      <p:sp>
        <p:nvSpPr>
          <p:cNvPr id="3" name="top-rule-4">
            <a:extLst xmlns:a="http://schemas.openxmlformats.org/drawingml/2006/main">
              <a:ext uri="{FF2B5EF4-FFF2-40B4-BE49-F238E27FC236}">
                <a16:creationId xmlns:a16="http://schemas.microsoft.com/office/drawing/2014/main" id="{55BD9B6F-789A-4700-A927-BE682061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ttom-rule-4">
            <a:extLst xmlns:a="http://schemas.openxmlformats.org/drawingml/2006/main">
              <a:ext uri="{FF2B5EF4-FFF2-40B4-BE49-F238E27FC236}">
                <a16:creationId xmlns:a16="http://schemas.microsoft.com/office/drawing/2014/main" id="{21B1D375-CEA8-4C67-8004-D51B0191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1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4">
            <a:extLst xmlns:a="http://schemas.openxmlformats.org/drawingml/2006/main">
              <a:ext uri="{FF2B5EF4-FFF2-40B4-BE49-F238E27FC236}">
                <a16:creationId xmlns:a16="http://schemas.microsoft.com/office/drawing/2014/main" id="{7B439709-5B11-4157-9DEF-92150536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86B67"/>
                </a:solidFill>
              </a:defRPr>
            </a:pPr>
            <a:r>
              <a:rPr sz="675" b="0" i="0">
                <a:solidFill>
                  <a:srgbClr val="686B67"/>
                </a:solidFill>
              </a:rPr>
              <a:t>LOCAL-FIRST DOCUMENT RELEASE AGENT</a:t>
            </a:r>
          </a:p>
        </p:txBody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E2AECAAB-6C29-443E-876F-E8EDAD1C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86B67"/>
                </a:solidFill>
              </a:defRPr>
            </a:pPr>
            <a:r>
              <a:rPr sz="675" b="0" i="0">
                <a:solidFill>
                  <a:srgbClr val="686B67"/>
                </a:solidFill>
              </a:rPr>
              <a:t>04</a:t>
            </a:r>
          </a:p>
        </p:txBody>
      </p:sp>
      <p:sp>
        <p:nvSpPr>
          <p:cNvPr id="7" name="headline-4">
            <a:extLst xmlns:a="http://schemas.openxmlformats.org/drawingml/2006/main">
              <a:ext uri="{FF2B5EF4-FFF2-40B4-BE49-F238E27FC236}">
                <a16:creationId xmlns:a16="http://schemas.microsoft.com/office/drawing/2014/main" id="{08940D3D-E97F-41ED-A994-3C17CFD4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1717"/>
                </a:solidFill>
              </a:defRPr>
            </a:pPr>
            <a:r>
              <a:rPr sz="3150" b="1" i="0">
                <a:solidFill>
                  <a:srgbClr val="171717"/>
                </a:solidFill>
              </a:rPr>
              <a:t>Read access does not imply authority to transform</a:t>
            </a:r>
          </a:p>
        </p:txBody>
      </p:sp>
      <p:sp>
        <p:nvSpPr>
          <p:cNvPr id="8" name="control-divider">
            <a:extLst xmlns:a="http://schemas.openxmlformats.org/drawingml/2006/main">
              <a:ext uri="{FF2B5EF4-FFF2-40B4-BE49-F238E27FC236}">
                <a16:creationId xmlns:a16="http://schemas.microsoft.com/office/drawing/2014/main" id="{0CC29B57-D00E-4246-B56C-37F6A677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ad-kicker">
            <a:extLst xmlns:a="http://schemas.openxmlformats.org/drawingml/2006/main">
              <a:ext uri="{FF2B5EF4-FFF2-40B4-BE49-F238E27FC236}">
                <a16:creationId xmlns:a16="http://schemas.microsoft.com/office/drawing/2014/main" id="{517DEEA7-E9C3-455D-9E86-DF89745B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D7A52"/>
                </a:solidFill>
              </a:defRPr>
            </a:pPr>
            <a:r>
              <a:rPr sz="975" b="1" i="0">
                <a:solidFill>
                  <a:srgbClr val="1D7A52"/>
                </a:solidFill>
              </a:rPr>
              <a:t>READ LANE</a:t>
            </a:r>
          </a:p>
        </p:txBody>
      </p:sp>
      <p:sp>
        <p:nvSpPr>
          <p:cNvPr id="10" name="read-title">
            <a:extLst xmlns:a="http://schemas.openxmlformats.org/drawingml/2006/main">
              <a:ext uri="{FF2B5EF4-FFF2-40B4-BE49-F238E27FC236}">
                <a16:creationId xmlns:a16="http://schemas.microsoft.com/office/drawing/2014/main" id="{7D60D23B-B722-434C-934C-15CC035D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1717"/>
                </a:solidFill>
              </a:defRPr>
            </a:pPr>
            <a:r>
              <a:rPr sz="2550" b="1" i="0">
                <a:solidFill>
                  <a:srgbClr val="171717"/>
                </a:solidFill>
              </a:rPr>
              <a:t>Inspect immediately</a:t>
            </a:r>
          </a:p>
        </p:txBody>
      </p:sp>
      <p:sp>
        <p:nvSpPr>
          <p:cNvPr id="11" name="read-body">
            <a:extLst xmlns:a="http://schemas.openxmlformats.org/drawingml/2006/main">
              <a:ext uri="{FF2B5EF4-FFF2-40B4-BE49-F238E27FC236}">
                <a16:creationId xmlns:a16="http://schemas.microsoft.com/office/drawing/2014/main" id="{F5C49E0E-1F6E-4687-9640-29799895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4476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86B67"/>
                </a:solidFill>
              </a:defRPr>
            </a:pPr>
            <a:r>
              <a:rPr sz="1575" b="0" i="0">
                <a:solidFill>
                  <a:srgbClr val="686B67"/>
                </a:solidFill>
              </a:rPr>
              <a:t>Local RAG and sensitive-data scanning can observe source material. They cannot overwrite, export, publish, or persist raw findings.</a:t>
            </a:r>
          </a:p>
        </p:txBody>
      </p:sp>
      <p:sp>
        <p:nvSpPr>
          <p:cNvPr id="12" name="read-tools">
            <a:extLst xmlns:a="http://schemas.openxmlformats.org/drawingml/2006/main">
              <a:ext uri="{FF2B5EF4-FFF2-40B4-BE49-F238E27FC236}">
                <a16:creationId xmlns:a16="http://schemas.microsoft.com/office/drawing/2014/main" id="{A042D53E-4B6C-4114-BE56-0EE5D876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400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1717"/>
                </a:solidFill>
              </a:defRPr>
            </a:pPr>
            <a:r>
              <a:rPr sz="1350" b="1" i="0">
                <a:solidFill>
                  <a:srgbClr val="171717"/>
                </a:solidFill>
              </a:rPr>
              <a:t>local_rag_search</a:t>
            </a:r>
          </a:p>
          <a:p xmlns:a="http://schemas.openxmlformats.org/drawingml/2006/main">
            <a:pPr algn="l">
              <a:defRPr sz="1350" b="1" i="0">
                <a:solidFill>
                  <a:srgbClr val="171717"/>
                </a:solidFill>
              </a:defRPr>
            </a:pPr>
            <a:r>
              <a:rPr sz="1350" b="1" i="0">
                <a:solidFill>
                  <a:srgbClr val="171717"/>
                </a:solidFill>
              </a:rPr>
              <a:t>sensitive_data_scan</a:t>
            </a:r>
          </a:p>
        </p:txBody>
      </p:sp>
      <p:sp>
        <p:nvSpPr>
          <p:cNvPr id="13" name="controlled-kicker">
            <a:extLst xmlns:a="http://schemas.openxmlformats.org/drawingml/2006/main">
              <a:ext uri="{FF2B5EF4-FFF2-40B4-BE49-F238E27FC236}">
                <a16:creationId xmlns:a16="http://schemas.microsoft.com/office/drawing/2014/main" id="{B6F32B8D-A942-45D2-A80B-9DC424C5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70F16"/>
                </a:solidFill>
              </a:defRPr>
            </a:pPr>
            <a:r>
              <a:rPr sz="975" b="1" i="0">
                <a:solidFill>
                  <a:srgbClr val="B70F16"/>
                </a:solidFill>
              </a:rPr>
              <a:t>CONTROLLED LANE</a:t>
            </a:r>
          </a:p>
        </p:txBody>
      </p:sp>
      <p:sp>
        <p:nvSpPr>
          <p:cNvPr id="14" name="controlled-title">
            <a:extLst xmlns:a="http://schemas.openxmlformats.org/drawingml/2006/main">
              <a:ext uri="{FF2B5EF4-FFF2-40B4-BE49-F238E27FC236}">
                <a16:creationId xmlns:a16="http://schemas.microsoft.com/office/drawing/2014/main" id="{06B0E47A-EEF7-4A93-9944-B9E255BE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8605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1717"/>
                </a:solidFill>
              </a:defRPr>
            </a:pPr>
            <a:r>
              <a:rPr sz="2550" b="1" i="0">
                <a:solidFill>
                  <a:srgbClr val="171717"/>
                </a:solidFill>
              </a:rPr>
              <a:t>Pause for approval</a:t>
            </a:r>
          </a:p>
        </p:txBody>
      </p:sp>
      <p:sp>
        <p:nvSpPr>
          <p:cNvPr id="15" name="controlled-body">
            <a:extLst xmlns:a="http://schemas.openxmlformats.org/drawingml/2006/main">
              <a:ext uri="{FF2B5EF4-FFF2-40B4-BE49-F238E27FC236}">
                <a16:creationId xmlns:a16="http://schemas.microsoft.com/office/drawing/2014/main" id="{34548F13-A33D-49E5-A4D3-47A9042C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7185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86B67"/>
                </a:solidFill>
              </a:defRPr>
            </a:pPr>
            <a:r>
              <a:rPr sz="1575" b="0" i="0">
                <a:solidFill>
                  <a:srgbClr val="686B67"/>
                </a:solidFill>
              </a:rPr>
              <a:t>Redaction changes a copy. Audit memory persists metadata. Each capability is granted independently by the reviewer.</a:t>
            </a:r>
          </a:p>
        </p:txBody>
      </p:sp>
      <p:sp>
        <p:nvSpPr>
          <p:cNvPr id="16" name="gate-label-0">
            <a:extLst xmlns:a="http://schemas.openxmlformats.org/drawingml/2006/main">
              <a:ext uri="{FF2B5EF4-FFF2-40B4-BE49-F238E27FC236}">
                <a16:creationId xmlns:a16="http://schemas.microsoft.com/office/drawing/2014/main" id="{B548B39F-63AA-4048-B322-EAB104D2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762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1717"/>
                </a:solidFill>
              </a:defRPr>
            </a:pPr>
            <a:r>
              <a:rPr sz="1275" b="1" i="0">
                <a:solidFill>
                  <a:srgbClr val="171717"/>
                </a:solidFill>
              </a:rPr>
              <a:t>redact_documents</a:t>
            </a:r>
          </a:p>
        </p:txBody>
      </p:sp>
      <p:sp>
        <p:nvSpPr>
          <p:cNvPr id="17" name="gate-track-0">
            <a:extLst xmlns:a="http://schemas.openxmlformats.org/drawingml/2006/main">
              <a:ext uri="{FF2B5EF4-FFF2-40B4-BE49-F238E27FC236}">
                <a16:creationId xmlns:a16="http://schemas.microsoft.com/office/drawing/2014/main" id="{06E71730-381A-4C6D-9E1B-48AD1F88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72025"/>
            <a:ext cx="666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B70F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ate-knob-0">
            <a:extLst xmlns:a="http://schemas.openxmlformats.org/drawingml/2006/main">
              <a:ext uri="{FF2B5EF4-FFF2-40B4-BE49-F238E27FC236}">
                <a16:creationId xmlns:a16="http://schemas.microsoft.com/office/drawing/2014/main" id="{8DC704DA-51A5-41A9-8379-B2752B7B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810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ate-label-1">
            <a:extLst xmlns:a="http://schemas.openxmlformats.org/drawingml/2006/main">
              <a:ext uri="{FF2B5EF4-FFF2-40B4-BE49-F238E27FC236}">
                <a16:creationId xmlns:a16="http://schemas.microsoft.com/office/drawing/2014/main" id="{3059FA22-09C9-43C0-B980-B5F1FCE4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314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1717"/>
                </a:solidFill>
              </a:defRPr>
            </a:pPr>
            <a:r>
              <a:rPr sz="1275" b="1" i="0">
                <a:solidFill>
                  <a:srgbClr val="171717"/>
                </a:solidFill>
              </a:rPr>
              <a:t>write_audit_memory</a:t>
            </a:r>
          </a:p>
        </p:txBody>
      </p:sp>
      <p:sp>
        <p:nvSpPr>
          <p:cNvPr id="20" name="gate-track-1">
            <a:extLst xmlns:a="http://schemas.openxmlformats.org/drawingml/2006/main">
              <a:ext uri="{FF2B5EF4-FFF2-40B4-BE49-F238E27FC236}">
                <a16:creationId xmlns:a16="http://schemas.microsoft.com/office/drawing/2014/main" id="{A34074A9-B063-46CA-A514-552481B0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324475"/>
            <a:ext cx="666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B70F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ate-knob-1">
            <a:extLst xmlns:a="http://schemas.openxmlformats.org/drawingml/2006/main">
              <a:ext uri="{FF2B5EF4-FFF2-40B4-BE49-F238E27FC236}">
                <a16:creationId xmlns:a16="http://schemas.microsoft.com/office/drawing/2014/main" id="{36DDC2A6-B856-4B7D-8BF5-3F022AF5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3625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209313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brand-5">
            <a:extLst xmlns:a="http://schemas.openxmlformats.org/drawingml/2006/main">
              <a:ext uri="{FF2B5EF4-FFF2-40B4-BE49-F238E27FC236}">
                <a16:creationId xmlns:a16="http://schemas.microsoft.com/office/drawing/2014/main" id="{B5C11D04-90F5-4F42-85C4-81CA98B1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1717"/>
                </a:solidFill>
              </a:defRPr>
            </a:pPr>
            <a:r>
              <a:rPr sz="900" b="1" i="0">
                <a:solidFill>
                  <a:srgbClr val="171717"/>
                </a:solidFill>
              </a:rPr>
              <a:t>REDACTFLOW AMD</a:t>
            </a:r>
          </a:p>
        </p:txBody>
      </p:sp>
      <p:sp>
        <p:nvSpPr>
          <p:cNvPr id="2" name="section-5">
            <a:extLst xmlns:a="http://schemas.openxmlformats.org/drawingml/2006/main">
              <a:ext uri="{FF2B5EF4-FFF2-40B4-BE49-F238E27FC236}">
                <a16:creationId xmlns:a16="http://schemas.microsoft.com/office/drawing/2014/main" id="{CAE81447-CF69-4649-BDFE-8403A7C5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7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86B67"/>
                </a:solidFill>
              </a:defRPr>
            </a:pPr>
            <a:r>
              <a:rPr sz="825" b="0" i="0">
                <a:solidFill>
                  <a:srgbClr val="686B67"/>
                </a:solidFill>
              </a:rPr>
              <a:t>REQUIREMENTS</a:t>
            </a:r>
          </a:p>
        </p:txBody>
      </p:sp>
      <p:sp>
        <p:nvSpPr>
          <p:cNvPr id="3" name="top-rule-5">
            <a:extLst xmlns:a="http://schemas.openxmlformats.org/drawingml/2006/main">
              <a:ext uri="{FF2B5EF4-FFF2-40B4-BE49-F238E27FC236}">
                <a16:creationId xmlns:a16="http://schemas.microsoft.com/office/drawing/2014/main" id="{249D8C35-8C26-4CFC-888A-8C8E0497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ttom-rule-5">
            <a:extLst xmlns:a="http://schemas.openxmlformats.org/drawingml/2006/main">
              <a:ext uri="{FF2B5EF4-FFF2-40B4-BE49-F238E27FC236}">
                <a16:creationId xmlns:a16="http://schemas.microsoft.com/office/drawing/2014/main" id="{3134B434-40CC-45BF-8444-CC68AF14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1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5">
            <a:extLst xmlns:a="http://schemas.openxmlformats.org/drawingml/2006/main">
              <a:ext uri="{FF2B5EF4-FFF2-40B4-BE49-F238E27FC236}">
                <a16:creationId xmlns:a16="http://schemas.microsoft.com/office/drawing/2014/main" id="{1AB252B3-B587-4A6E-AC9C-40EBA1E2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86B67"/>
                </a:solidFill>
              </a:defRPr>
            </a:pPr>
            <a:r>
              <a:rPr sz="675" b="0" i="0">
                <a:solidFill>
                  <a:srgbClr val="686B67"/>
                </a:solidFill>
              </a:rPr>
              <a:t>LOCAL-FIRST DOCUMENT RELEASE AGENT</a:t>
            </a:r>
          </a:p>
        </p:txBody>
      </p:sp>
      <p:sp>
        <p:nvSpPr>
          <p:cNvPr id="6" name="page-5">
            <a:extLst xmlns:a="http://schemas.openxmlformats.org/drawingml/2006/main">
              <a:ext uri="{FF2B5EF4-FFF2-40B4-BE49-F238E27FC236}">
                <a16:creationId xmlns:a16="http://schemas.microsoft.com/office/drawing/2014/main" id="{2DD4F3E5-ED18-4BF7-9810-02230A78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86B67"/>
                </a:solidFill>
              </a:defRPr>
            </a:pPr>
            <a:r>
              <a:rPr sz="675" b="0" i="0">
                <a:solidFill>
                  <a:srgbClr val="686B67"/>
                </a:solidFill>
              </a:rPr>
              <a:t>05</a:t>
            </a:r>
          </a:p>
        </p:txBody>
      </p:sp>
      <p:sp>
        <p:nvSpPr>
          <p:cNvPr id="7" name="headline-5">
            <a:extLst xmlns:a="http://schemas.openxmlformats.org/drawingml/2006/main">
              <a:ext uri="{FF2B5EF4-FFF2-40B4-BE49-F238E27FC236}">
                <a16:creationId xmlns:a16="http://schemas.microsoft.com/office/drawing/2014/main" id="{17FE1602-B401-4399-9245-86C209E2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1717"/>
                </a:solidFill>
              </a:defRPr>
            </a:pPr>
            <a:r>
              <a:rPr sz="3150" b="1" i="0">
                <a:solidFill>
                  <a:srgbClr val="171717"/>
                </a:solidFill>
              </a:rPr>
              <a:t>Five Agentic AI capabilities live in one review loop</a:t>
            </a:r>
          </a:p>
        </p:txBody>
      </p:sp>
      <p:sp>
        <p:nvSpPr>
          <p:cNvPr id="8" name="cap-no-0">
            <a:extLst xmlns:a="http://schemas.openxmlformats.org/drawingml/2006/main">
              <a:ext uri="{FF2B5EF4-FFF2-40B4-BE49-F238E27FC236}">
                <a16:creationId xmlns:a16="http://schemas.microsoft.com/office/drawing/2014/main" id="{56E2CC52-8E4C-4698-8BD7-FAFE9D2E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70F16"/>
                </a:solidFill>
              </a:defRPr>
            </a:pPr>
            <a:r>
              <a:rPr sz="1050" b="1" i="0">
                <a:solidFill>
                  <a:srgbClr val="B70F16"/>
                </a:solidFill>
              </a:rPr>
              <a:t>01</a:t>
            </a:r>
          </a:p>
        </p:txBody>
      </p:sp>
      <p:sp>
        <p:nvSpPr>
          <p:cNvPr id="9" name="cap-title-0">
            <a:extLst xmlns:a="http://schemas.openxmlformats.org/drawingml/2006/main">
              <a:ext uri="{FF2B5EF4-FFF2-40B4-BE49-F238E27FC236}">
                <a16:creationId xmlns:a16="http://schemas.microsoft.com/office/drawing/2014/main" id="{67883EAB-8FD8-417E-B3D0-B7D7A061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57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1717"/>
                </a:solidFill>
              </a:defRPr>
            </a:pPr>
            <a:r>
              <a:rPr sz="1875" b="1" i="0">
                <a:solidFill>
                  <a:srgbClr val="171717"/>
                </a:solidFill>
              </a:rPr>
              <a:t>LOCAL RAG</a:t>
            </a:r>
          </a:p>
        </p:txBody>
      </p:sp>
      <p:sp>
        <p:nvSpPr>
          <p:cNvPr id="10" name="cap-desc-0">
            <a:extLst xmlns:a="http://schemas.openxmlformats.org/drawingml/2006/main">
              <a:ext uri="{FF2B5EF4-FFF2-40B4-BE49-F238E27FC236}">
                <a16:creationId xmlns:a16="http://schemas.microsoft.com/office/drawing/2014/main" id="{A5E84680-1B0D-4C18-ABA1-F4AFD202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859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86B67"/>
                </a:solidFill>
              </a:defRPr>
            </a:pPr>
            <a:r>
              <a:rPr sz="1500" b="0" i="0">
                <a:solidFill>
                  <a:srgbClr val="686B67"/>
                </a:solidFill>
              </a:rPr>
              <a:t>Ground each release decision in local source passages.</a:t>
            </a:r>
          </a:p>
        </p:txBody>
      </p:sp>
      <p:sp>
        <p:nvSpPr>
          <p:cNvPr id="11" name="cap-rule-0">
            <a:extLst xmlns:a="http://schemas.openxmlformats.org/drawingml/2006/main">
              <a:ext uri="{FF2B5EF4-FFF2-40B4-BE49-F238E27FC236}">
                <a16:creationId xmlns:a16="http://schemas.microsoft.com/office/drawing/2014/main" id="{62D3758F-6968-438F-871A-C134312B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032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1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ap-no-1">
            <a:extLst xmlns:a="http://schemas.openxmlformats.org/drawingml/2006/main">
              <a:ext uri="{FF2B5EF4-FFF2-40B4-BE49-F238E27FC236}">
                <a16:creationId xmlns:a16="http://schemas.microsoft.com/office/drawing/2014/main" id="{10A794E8-9155-4079-9A2F-75F1478F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70F16"/>
                </a:solidFill>
              </a:defRPr>
            </a:pPr>
            <a:r>
              <a:rPr sz="1050" b="1" i="0">
                <a:solidFill>
                  <a:srgbClr val="B70F16"/>
                </a:solidFill>
              </a:rPr>
              <a:t>02</a:t>
            </a:r>
          </a:p>
        </p:txBody>
      </p:sp>
      <p:sp>
        <p:nvSpPr>
          <p:cNvPr id="13" name="cap-title-1">
            <a:extLst xmlns:a="http://schemas.openxmlformats.org/drawingml/2006/main">
              <a:ext uri="{FF2B5EF4-FFF2-40B4-BE49-F238E27FC236}">
                <a16:creationId xmlns:a16="http://schemas.microsoft.com/office/drawing/2014/main" id="{7185EC69-B920-4363-B4ED-932FE7D1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838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1717"/>
                </a:solidFill>
              </a:defRPr>
            </a:pPr>
            <a:r>
              <a:rPr sz="1875" b="1" i="0">
                <a:solidFill>
                  <a:srgbClr val="171717"/>
                </a:solidFill>
              </a:rPr>
              <a:t>TOOL USE</a:t>
            </a:r>
          </a:p>
        </p:txBody>
      </p:sp>
      <p:sp>
        <p:nvSpPr>
          <p:cNvPr id="14" name="cap-desc-1">
            <a:extLst xmlns:a="http://schemas.openxmlformats.org/drawingml/2006/main">
              <a:ext uri="{FF2B5EF4-FFF2-40B4-BE49-F238E27FC236}">
                <a16:creationId xmlns:a16="http://schemas.microsoft.com/office/drawing/2014/main" id="{127CADF8-FE70-4802-9072-F5AD9886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6702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86B67"/>
                </a:solidFill>
              </a:defRPr>
            </a:pPr>
            <a:r>
              <a:rPr sz="1500" b="0" i="0">
                <a:solidFill>
                  <a:srgbClr val="686B67"/>
                </a:solidFill>
              </a:rPr>
              <a:t>Invoke narrow retrieval, scan, redaction, and memory tools.</a:t>
            </a:r>
          </a:p>
        </p:txBody>
      </p:sp>
      <p:sp>
        <p:nvSpPr>
          <p:cNvPr id="15" name="cap-rule-1">
            <a:extLst xmlns:a="http://schemas.openxmlformats.org/drawingml/2006/main">
              <a:ext uri="{FF2B5EF4-FFF2-40B4-BE49-F238E27FC236}">
                <a16:creationId xmlns:a16="http://schemas.microsoft.com/office/drawing/2014/main" id="{5B7C8CF5-D0E4-4819-8877-DCFA50DC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1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ap-no-2">
            <a:extLst xmlns:a="http://schemas.openxmlformats.org/drawingml/2006/main">
              <a:ext uri="{FF2B5EF4-FFF2-40B4-BE49-F238E27FC236}">
                <a16:creationId xmlns:a16="http://schemas.microsoft.com/office/drawing/2014/main" id="{D6E0B54C-33D7-4A36-875C-A54507B7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70F16"/>
                </a:solidFill>
              </a:defRPr>
            </a:pPr>
            <a:r>
              <a:rPr sz="1050" b="1" i="0">
                <a:solidFill>
                  <a:srgbClr val="B70F16"/>
                </a:solidFill>
              </a:rPr>
              <a:t>03</a:t>
            </a:r>
          </a:p>
        </p:txBody>
      </p:sp>
      <p:sp>
        <p:nvSpPr>
          <p:cNvPr id="17" name="cap-title-2">
            <a:extLst xmlns:a="http://schemas.openxmlformats.org/drawingml/2006/main">
              <a:ext uri="{FF2B5EF4-FFF2-40B4-BE49-F238E27FC236}">
                <a16:creationId xmlns:a16="http://schemas.microsoft.com/office/drawing/2014/main" id="{7A764AA0-5CF3-4F18-A714-BE3FBC32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19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1717"/>
                </a:solidFill>
              </a:defRPr>
            </a:pPr>
            <a:r>
              <a:rPr sz="1875" b="1" i="0">
                <a:solidFill>
                  <a:srgbClr val="171717"/>
                </a:solidFill>
              </a:rPr>
              <a:t>PLANNING</a:t>
            </a:r>
          </a:p>
        </p:txBody>
      </p:sp>
      <p:sp>
        <p:nvSpPr>
          <p:cNvPr id="18" name="cap-desc-2">
            <a:extLst xmlns:a="http://schemas.openxmlformats.org/drawingml/2006/main">
              <a:ext uri="{FF2B5EF4-FFF2-40B4-BE49-F238E27FC236}">
                <a16:creationId xmlns:a16="http://schemas.microsoft.com/office/drawing/2014/main" id="{543E0DE8-B39F-4E7E-A6A4-18845AF1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6480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86B67"/>
                </a:solidFill>
              </a:defRPr>
            </a:pPr>
            <a:r>
              <a:rPr sz="1500" b="0" i="0">
                <a:solidFill>
                  <a:srgbClr val="686B67"/>
                </a:solidFill>
              </a:rPr>
              <a:t>Expose ordered steps before execution.</a:t>
            </a:r>
          </a:p>
        </p:txBody>
      </p:sp>
      <p:sp>
        <p:nvSpPr>
          <p:cNvPr id="19" name="cap-rule-2">
            <a:extLst xmlns:a="http://schemas.openxmlformats.org/drawingml/2006/main">
              <a:ext uri="{FF2B5EF4-FFF2-40B4-BE49-F238E27FC236}">
                <a16:creationId xmlns:a16="http://schemas.microsoft.com/office/drawing/2014/main" id="{F0E130D2-D195-4350-88C0-4BA1DB63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1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ap-no-3">
            <a:extLst xmlns:a="http://schemas.openxmlformats.org/drawingml/2006/main">
              <a:ext uri="{FF2B5EF4-FFF2-40B4-BE49-F238E27FC236}">
                <a16:creationId xmlns:a16="http://schemas.microsoft.com/office/drawing/2014/main" id="{8EA49AEE-3588-464F-969C-68432BCB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70F16"/>
                </a:solidFill>
              </a:defRPr>
            </a:pPr>
            <a:r>
              <a:rPr sz="1050" b="1" i="0">
                <a:solidFill>
                  <a:srgbClr val="B70F16"/>
                </a:solidFill>
              </a:rPr>
              <a:t>04</a:t>
            </a:r>
          </a:p>
        </p:txBody>
      </p:sp>
      <p:sp>
        <p:nvSpPr>
          <p:cNvPr id="21" name="cap-title-3">
            <a:extLst xmlns:a="http://schemas.openxmlformats.org/drawingml/2006/main">
              <a:ext uri="{FF2B5EF4-FFF2-40B4-BE49-F238E27FC236}">
                <a16:creationId xmlns:a16="http://schemas.microsoft.com/office/drawing/2014/main" id="{AEECF3A0-D1D4-4551-966F-74925C59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00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1717"/>
                </a:solidFill>
              </a:defRPr>
            </a:pPr>
            <a:r>
              <a:rPr sz="1875" b="1" i="0">
                <a:solidFill>
                  <a:srgbClr val="171717"/>
                </a:solidFill>
              </a:rPr>
              <a:t>MEMORY</a:t>
            </a:r>
          </a:p>
        </p:txBody>
      </p:sp>
      <p:sp>
        <p:nvSpPr>
          <p:cNvPr id="22" name="cap-desc-3">
            <a:extLst xmlns:a="http://schemas.openxmlformats.org/drawingml/2006/main">
              <a:ext uri="{FF2B5EF4-FFF2-40B4-BE49-F238E27FC236}">
                <a16:creationId xmlns:a16="http://schemas.microsoft.com/office/drawing/2014/main" id="{B6DC5C83-85E5-4B3C-97B0-84F474A3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2912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86B67"/>
                </a:solidFill>
              </a:defRPr>
            </a:pPr>
            <a:r>
              <a:rPr sz="1500" b="0" i="0">
                <a:solidFill>
                  <a:srgbClr val="686B67"/>
                </a:solidFill>
              </a:rPr>
              <a:t>Persist minimal audit metadata in SQLite.</a:t>
            </a:r>
          </a:p>
        </p:txBody>
      </p:sp>
      <p:sp>
        <p:nvSpPr>
          <p:cNvPr id="23" name="cap-rule-3">
            <a:extLst xmlns:a="http://schemas.openxmlformats.org/drawingml/2006/main">
              <a:ext uri="{FF2B5EF4-FFF2-40B4-BE49-F238E27FC236}">
                <a16:creationId xmlns:a16="http://schemas.microsoft.com/office/drawing/2014/main" id="{CC589129-057F-4520-8CC0-AB6057A8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4347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1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ap-no-4">
            <a:extLst xmlns:a="http://schemas.openxmlformats.org/drawingml/2006/main">
              <a:ext uri="{FF2B5EF4-FFF2-40B4-BE49-F238E27FC236}">
                <a16:creationId xmlns:a16="http://schemas.microsoft.com/office/drawing/2014/main" id="{694DDBA5-3DCA-4C59-9B80-3285ABD7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70F16"/>
                </a:solidFill>
              </a:defRPr>
            </a:pPr>
            <a:r>
              <a:rPr sz="1050" b="1" i="0">
                <a:solidFill>
                  <a:srgbClr val="B70F16"/>
                </a:solidFill>
              </a:rPr>
              <a:t>05</a:t>
            </a:r>
          </a:p>
        </p:txBody>
      </p:sp>
      <p:sp>
        <p:nvSpPr>
          <p:cNvPr id="25" name="cap-title-4">
            <a:extLst xmlns:a="http://schemas.openxmlformats.org/drawingml/2006/main">
              <a:ext uri="{FF2B5EF4-FFF2-40B4-BE49-F238E27FC236}">
                <a16:creationId xmlns:a16="http://schemas.microsoft.com/office/drawing/2014/main" id="{4C1E1638-7660-4E10-8ABF-63D0448A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1816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1717"/>
                </a:solidFill>
              </a:defRPr>
            </a:pPr>
            <a:r>
              <a:rPr sz="1875" b="1" i="0">
                <a:solidFill>
                  <a:srgbClr val="171717"/>
                </a:solidFill>
              </a:rPr>
              <a:t>PERMISSIONS</a:t>
            </a:r>
          </a:p>
        </p:txBody>
      </p:sp>
      <p:sp>
        <p:nvSpPr>
          <p:cNvPr id="26" name="cap-desc-4">
            <a:extLst xmlns:a="http://schemas.openxmlformats.org/drawingml/2006/main">
              <a:ext uri="{FF2B5EF4-FFF2-40B4-BE49-F238E27FC236}">
                <a16:creationId xmlns:a16="http://schemas.microsoft.com/office/drawing/2014/main" id="{D886192D-E910-47F3-A825-B98852EF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2101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86B67"/>
                </a:solidFill>
              </a:defRPr>
            </a:pPr>
            <a:r>
              <a:rPr sz="1500" b="0" i="0">
                <a:solidFill>
                  <a:srgbClr val="686B67"/>
                </a:solidFill>
              </a:rPr>
              <a:t>Gate transform and write effects independently.</a:t>
            </a:r>
          </a:p>
        </p:txBody>
      </p:sp>
      <p:sp>
        <p:nvSpPr>
          <p:cNvPr id="27" name="cap-rule-4">
            <a:extLst xmlns:a="http://schemas.openxmlformats.org/drawingml/2006/main">
              <a:ext uri="{FF2B5EF4-FFF2-40B4-BE49-F238E27FC236}">
                <a16:creationId xmlns:a16="http://schemas.microsoft.com/office/drawing/2014/main" id="{0685C8A1-5EA7-47D3-A78B-39587B96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2452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1B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534801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pu-kicker">
            <a:extLst xmlns:a="http://schemas.openxmlformats.org/drawingml/2006/main">
              <a:ext uri="{FF2B5EF4-FFF2-40B4-BE49-F238E27FC236}">
                <a16:creationId xmlns:a16="http://schemas.microsoft.com/office/drawing/2014/main" id="{037D7063-D028-498D-AD96-EC680D9C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D1C24"/>
                </a:solidFill>
              </a:defRPr>
            </a:pPr>
            <a:r>
              <a:rPr sz="975" b="1" i="0">
                <a:solidFill>
                  <a:srgbClr val="ED1C24"/>
                </a:solidFill>
              </a:rPr>
              <a:t>AMD RADEON + ROCm</a:t>
            </a:r>
          </a:p>
        </p:txBody>
      </p:sp>
      <p:sp>
        <p:nvSpPr>
          <p:cNvPr id="2" name="gpu-title">
            <a:extLst xmlns:a="http://schemas.openxmlformats.org/drawingml/2006/main">
              <a:ext uri="{FF2B5EF4-FFF2-40B4-BE49-F238E27FC236}">
                <a16:creationId xmlns:a16="http://schemas.microsoft.com/office/drawing/2014/main" id="{B3084C48-B6BB-4FF6-B436-32FC46FE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FFDF8"/>
                </a:solidFill>
              </a:defRPr>
            </a:pPr>
            <a:r>
              <a:rPr sz="3750" b="1" i="0">
                <a:solidFill>
                  <a:srgbClr val="FFFDF8"/>
                </a:solidFill>
              </a:rPr>
              <a:t>The model and source stay</a:t>
            </a:r>
          </a:p>
          <a:p xmlns:a="http://schemas.openxmlformats.org/drawingml/2006/main">
            <a:pPr algn="l">
              <a:defRPr sz="3750" b="1" i="0">
                <a:solidFill>
                  <a:srgbClr val="FFFDF8"/>
                </a:solidFill>
              </a:defRPr>
            </a:pPr>
            <a:r>
              <a:rPr sz="3750" b="1" i="0">
                <a:solidFill>
                  <a:srgbClr val="FFFDF8"/>
                </a:solidFill>
              </a:rPr>
              <a:t>on the same machine</a:t>
            </a:r>
          </a:p>
        </p:txBody>
      </p:sp>
      <p:sp>
        <p:nvSpPr>
          <p:cNvPr id="3" name="gpu-body">
            <a:extLst xmlns:a="http://schemas.openxmlformats.org/drawingml/2006/main">
              <a:ext uri="{FF2B5EF4-FFF2-40B4-BE49-F238E27FC236}">
                <a16:creationId xmlns:a16="http://schemas.microsoft.com/office/drawing/2014/main" id="{1D70EAEC-C493-485E-A95B-D850BE32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600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E9E2D7"/>
                </a:solidFill>
              </a:defRPr>
            </a:pPr>
            <a:r>
              <a:rPr sz="1650" b="0" i="0">
                <a:solidFill>
                  <a:srgbClr val="E9E2D7"/>
                </a:solidFill>
              </a:rPr>
              <a:t>A HIP-enabled llama.cpp server runs Qwen locally. RedactFlow accepts loopback or private endpoints and rejects ordinary public model URLs.</a:t>
            </a:r>
          </a:p>
        </p:txBody>
      </p:sp>
      <p:sp>
        <p:nvSpPr>
          <p:cNvPr id="4" name="gpu-path-1">
            <a:extLst xmlns:a="http://schemas.openxmlformats.org/drawingml/2006/main">
              <a:ext uri="{FF2B5EF4-FFF2-40B4-BE49-F238E27FC236}">
                <a16:creationId xmlns:a16="http://schemas.microsoft.com/office/drawing/2014/main" id="{1B09F56B-E2B2-49F9-AA3C-FBA11B3B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09800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pu-path-2">
            <a:extLst xmlns:a="http://schemas.openxmlformats.org/drawingml/2006/main">
              <a:ext uri="{FF2B5EF4-FFF2-40B4-BE49-F238E27FC236}">
                <a16:creationId xmlns:a16="http://schemas.microsoft.com/office/drawing/2014/main" id="{7E2D0367-A5EC-4A95-A6B0-0B03F465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09800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pu-node">
            <a:extLst xmlns:a="http://schemas.openxmlformats.org/drawingml/2006/main">
              <a:ext uri="{FF2B5EF4-FFF2-40B4-BE49-F238E27FC236}">
                <a16:creationId xmlns:a16="http://schemas.microsoft.com/office/drawing/2014/main" id="{86544106-825F-4512-9A5A-8DC116EE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76400"/>
            <a:ext cx="1600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odel-node">
            <a:extLst xmlns:a="http://schemas.openxmlformats.org/drawingml/2006/main">
              <a:ext uri="{FF2B5EF4-FFF2-40B4-BE49-F238E27FC236}">
                <a16:creationId xmlns:a16="http://schemas.microsoft.com/office/drawing/2014/main" id="{12BAB821-7EF8-4F5D-AFDA-0D84FE07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76400"/>
            <a:ext cx="1600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gent-node">
            <a:extLst xmlns:a="http://schemas.openxmlformats.org/drawingml/2006/main">
              <a:ext uri="{FF2B5EF4-FFF2-40B4-BE49-F238E27FC236}">
                <a16:creationId xmlns:a16="http://schemas.microsoft.com/office/drawing/2014/main" id="{9D562D87-E0DF-430B-AD49-E64F3208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676400"/>
            <a:ext cx="1600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pu-node-text">
            <a:extLst xmlns:a="http://schemas.openxmlformats.org/drawingml/2006/main">
              <a:ext uri="{FF2B5EF4-FFF2-40B4-BE49-F238E27FC236}">
                <a16:creationId xmlns:a16="http://schemas.microsoft.com/office/drawing/2014/main" id="{7914C7D9-DD13-4F95-B45D-1343D4BB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71675"/>
            <a:ext cx="1600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DF8"/>
                </a:solidFill>
              </a:defRPr>
            </a:pPr>
            <a:r>
              <a:rPr sz="1650" b="1" i="0">
                <a:solidFill>
                  <a:srgbClr val="FFFDF8"/>
                </a:solidFill>
              </a:rPr>
              <a:t>RADEON</a:t>
            </a:r>
          </a:p>
          <a:p xmlns:a="http://schemas.openxmlformats.org/drawingml/2006/main">
            <a:pPr algn="ctr">
              <a:defRPr sz="1650" b="1" i="0">
                <a:solidFill>
                  <a:srgbClr val="FFFDF8"/>
                </a:solidFill>
              </a:defRPr>
            </a:pPr>
            <a:r>
              <a:rPr sz="1650" b="1" i="0">
                <a:solidFill>
                  <a:srgbClr val="FFFDF8"/>
                </a:solidFill>
              </a:rPr>
              <a:t>GPU</a:t>
            </a:r>
          </a:p>
        </p:txBody>
      </p:sp>
      <p:sp>
        <p:nvSpPr>
          <p:cNvPr id="10" name="model-node-text">
            <a:extLst xmlns:a="http://schemas.openxmlformats.org/drawingml/2006/main">
              <a:ext uri="{FF2B5EF4-FFF2-40B4-BE49-F238E27FC236}">
                <a16:creationId xmlns:a16="http://schemas.microsoft.com/office/drawing/2014/main" id="{39D6D709-CFC0-4D3C-B4E5-7462972E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71675"/>
            <a:ext cx="1600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1717"/>
                </a:solidFill>
              </a:defRPr>
            </a:pPr>
            <a:r>
              <a:rPr sz="1650" b="1" i="0">
                <a:solidFill>
                  <a:srgbClr val="171717"/>
                </a:solidFill>
              </a:rPr>
              <a:t>LOCAL</a:t>
            </a:r>
          </a:p>
          <a:p xmlns:a="http://schemas.openxmlformats.org/drawingml/2006/main">
            <a:pPr algn="ctr">
              <a:defRPr sz="1650" b="1" i="0">
                <a:solidFill>
                  <a:srgbClr val="171717"/>
                </a:solidFill>
              </a:defRPr>
            </a:pPr>
            <a:r>
              <a:rPr sz="1650" b="1" i="0">
                <a:solidFill>
                  <a:srgbClr val="171717"/>
                </a:solidFill>
              </a:rPr>
              <a:t>QWEN</a:t>
            </a:r>
          </a:p>
        </p:txBody>
      </p:sp>
      <p:sp>
        <p:nvSpPr>
          <p:cNvPr id="11" name="agent-node-text">
            <a:extLst xmlns:a="http://schemas.openxmlformats.org/drawingml/2006/main">
              <a:ext uri="{FF2B5EF4-FFF2-40B4-BE49-F238E27FC236}">
                <a16:creationId xmlns:a16="http://schemas.microsoft.com/office/drawing/2014/main" id="{BF7C50EA-20C0-4BB0-AAF6-8720D7A6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971675"/>
            <a:ext cx="1600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1717"/>
                </a:solidFill>
              </a:defRPr>
            </a:pPr>
            <a:r>
              <a:rPr sz="1650" b="1" i="0">
                <a:solidFill>
                  <a:srgbClr val="171717"/>
                </a:solidFill>
              </a:rPr>
              <a:t>REDACT</a:t>
            </a:r>
          </a:p>
          <a:p xmlns:a="http://schemas.openxmlformats.org/drawingml/2006/main">
            <a:pPr algn="ctr">
              <a:defRPr sz="1650" b="1" i="0">
                <a:solidFill>
                  <a:srgbClr val="171717"/>
                </a:solidFill>
              </a:defRPr>
            </a:pPr>
            <a:r>
              <a:rPr sz="1650" b="1" i="0">
                <a:solidFill>
                  <a:srgbClr val="171717"/>
                </a:solidFill>
              </a:rPr>
              <a:t>FLOW</a:t>
            </a:r>
          </a:p>
        </p:txBody>
      </p:sp>
      <p:sp>
        <p:nvSpPr>
          <p:cNvPr id="12" name="cmd-label-0">
            <a:extLst xmlns:a="http://schemas.openxmlformats.org/drawingml/2006/main">
              <a:ext uri="{FF2B5EF4-FFF2-40B4-BE49-F238E27FC236}">
                <a16:creationId xmlns:a16="http://schemas.microsoft.com/office/drawing/2014/main" id="{84C5BDD7-EC56-4F9A-961C-C122BED1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ED1C24"/>
                </a:solidFill>
              </a:defRPr>
            </a:pPr>
            <a:r>
              <a:rPr sz="900" b="1" i="0">
                <a:solidFill>
                  <a:srgbClr val="ED1C24"/>
                </a:solidFill>
              </a:rPr>
              <a:t>PROBE</a:t>
            </a:r>
          </a:p>
        </p:txBody>
      </p:sp>
      <p:sp>
        <p:nvSpPr>
          <p:cNvPr id="13" name="cmd-value-0">
            <a:extLst xmlns:a="http://schemas.openxmlformats.org/drawingml/2006/main">
              <a:ext uri="{FF2B5EF4-FFF2-40B4-BE49-F238E27FC236}">
                <a16:creationId xmlns:a16="http://schemas.microsoft.com/office/drawing/2014/main" id="{5E593CDA-0099-4FEB-9CDA-D6624E0E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291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DF8"/>
                </a:solidFill>
              </a:defRPr>
            </a:pPr>
            <a:r>
              <a:rPr sz="1275" b="0" i="0">
                <a:solidFill>
                  <a:srgbClr val="FFFDF8"/>
                </a:solidFill>
              </a:rPr>
              <a:t>python scripts/rocm_probe.py</a:t>
            </a:r>
          </a:p>
        </p:txBody>
      </p:sp>
      <p:sp>
        <p:nvSpPr>
          <p:cNvPr id="14" name="cmd-label-1">
            <a:extLst xmlns:a="http://schemas.openxmlformats.org/drawingml/2006/main">
              <a:ext uri="{FF2B5EF4-FFF2-40B4-BE49-F238E27FC236}">
                <a16:creationId xmlns:a16="http://schemas.microsoft.com/office/drawing/2014/main" id="{4B85D5D4-7F3E-4E11-91F0-384FD089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ED1C24"/>
                </a:solidFill>
              </a:defRPr>
            </a:pPr>
            <a:r>
              <a:rPr sz="900" b="1" i="0">
                <a:solidFill>
                  <a:srgbClr val="ED1C24"/>
                </a:solidFill>
              </a:rPr>
              <a:t>BENCHMARK</a:t>
            </a:r>
          </a:p>
        </p:txBody>
      </p:sp>
      <p:sp>
        <p:nvSpPr>
          <p:cNvPr id="15" name="cmd-value-1">
            <a:extLst xmlns:a="http://schemas.openxmlformats.org/drawingml/2006/main">
              <a:ext uri="{FF2B5EF4-FFF2-40B4-BE49-F238E27FC236}">
                <a16:creationId xmlns:a16="http://schemas.microsoft.com/office/drawing/2014/main" id="{E5E69769-C948-4B09-959E-B0F11E4A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244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DF8"/>
                </a:solidFill>
              </a:defRPr>
            </a:pPr>
            <a:r>
              <a:rPr sz="1275" b="0" i="0">
                <a:solidFill>
                  <a:srgbClr val="FFFDF8"/>
                </a:solidFill>
              </a:rPr>
              <a:t>python scripts/benchmark.py --runs 10</a:t>
            </a:r>
          </a:p>
        </p:txBody>
      </p:sp>
      <p:sp>
        <p:nvSpPr>
          <p:cNvPr id="16" name="cmd-label-2">
            <a:extLst xmlns:a="http://schemas.openxmlformats.org/drawingml/2006/main">
              <a:ext uri="{FF2B5EF4-FFF2-40B4-BE49-F238E27FC236}">
                <a16:creationId xmlns:a16="http://schemas.microsoft.com/office/drawing/2014/main" id="{8A6BB827-C5CD-4639-861B-EF9FC3D2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ED1C24"/>
                </a:solidFill>
              </a:defRPr>
            </a:pPr>
            <a:r>
              <a:rPr sz="900" b="1" i="0">
                <a:solidFill>
                  <a:srgbClr val="ED1C24"/>
                </a:solidFill>
              </a:rPr>
              <a:t>SERVE</a:t>
            </a:r>
          </a:p>
        </p:txBody>
      </p:sp>
      <p:sp>
        <p:nvSpPr>
          <p:cNvPr id="17" name="cmd-value-2">
            <a:extLst xmlns:a="http://schemas.openxmlformats.org/drawingml/2006/main">
              <a:ext uri="{FF2B5EF4-FFF2-40B4-BE49-F238E27FC236}">
                <a16:creationId xmlns:a16="http://schemas.microsoft.com/office/drawing/2014/main" id="{916B892F-4B0E-4ED7-ADD0-FC081C68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619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DF8"/>
                </a:solidFill>
              </a:defRPr>
            </a:pPr>
            <a:r>
              <a:rPr sz="1275" b="0" i="0">
                <a:solidFill>
                  <a:srgbClr val="FFFDF8"/>
                </a:solidFill>
              </a:rPr>
              <a:t>LOCAL_LLM_ENABLED=1 ./scripts/run_local.sh</a:t>
            </a:r>
          </a:p>
        </p:txBody>
      </p:sp>
    </p:spTree>
    <p:extLst>
      <p:ext uri="{BB962C8B-B14F-4D97-AF65-F5344CB8AC3E}">
        <p14:creationId xmlns:p14="http://schemas.microsoft.com/office/powerpoint/2010/main" val="11028958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-7">
            <a:extLst xmlns:a="http://schemas.openxmlformats.org/drawingml/2006/main">
              <a:ext uri="{FF2B5EF4-FFF2-40B4-BE49-F238E27FC236}">
                <a16:creationId xmlns:a16="http://schemas.microsoft.com/office/drawing/2014/main" id="{2AC28D13-77E3-4F8C-B799-E49418C0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1717"/>
                </a:solidFill>
              </a:defRPr>
            </a:pPr>
            <a:r>
              <a:rPr sz="900" b="1" i="0">
                <a:solidFill>
                  <a:srgbClr val="171717"/>
                </a:solidFill>
              </a:rPr>
              <a:t>REDACTFLOW AMD</a:t>
            </a:r>
          </a:p>
        </p:txBody>
      </p:sp>
      <p:sp>
        <p:nvSpPr>
          <p:cNvPr id="2" name="section-7">
            <a:extLst xmlns:a="http://schemas.openxmlformats.org/drawingml/2006/main">
              <a:ext uri="{FF2B5EF4-FFF2-40B4-BE49-F238E27FC236}">
                <a16:creationId xmlns:a16="http://schemas.microsoft.com/office/drawing/2014/main" id="{E1DCE3B5-0925-4483-AB96-CE349B50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7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86B67"/>
                </a:solidFill>
              </a:defRPr>
            </a:pPr>
            <a:r>
              <a:rPr sz="825" b="0" i="0">
                <a:solidFill>
                  <a:srgbClr val="686B67"/>
                </a:solidFill>
              </a:rPr>
              <a:t>VERIFICATION</a:t>
            </a:r>
          </a:p>
        </p:txBody>
      </p:sp>
      <p:sp>
        <p:nvSpPr>
          <p:cNvPr id="3" name="top-rule-7">
            <a:extLst xmlns:a="http://schemas.openxmlformats.org/drawingml/2006/main">
              <a:ext uri="{FF2B5EF4-FFF2-40B4-BE49-F238E27FC236}">
                <a16:creationId xmlns:a16="http://schemas.microsoft.com/office/drawing/2014/main" id="{8801F3A7-FD29-4A15-980F-B7398952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ttom-rule-7">
            <a:extLst xmlns:a="http://schemas.openxmlformats.org/drawingml/2006/main">
              <a:ext uri="{FF2B5EF4-FFF2-40B4-BE49-F238E27FC236}">
                <a16:creationId xmlns:a16="http://schemas.microsoft.com/office/drawing/2014/main" id="{1EE91B5A-8A0F-4947-A583-FC03187C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1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7">
            <a:extLst xmlns:a="http://schemas.openxmlformats.org/drawingml/2006/main">
              <a:ext uri="{FF2B5EF4-FFF2-40B4-BE49-F238E27FC236}">
                <a16:creationId xmlns:a16="http://schemas.microsoft.com/office/drawing/2014/main" id="{B459CA7B-6F62-4F71-BA36-50B9C8CB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86B67"/>
                </a:solidFill>
              </a:defRPr>
            </a:pPr>
            <a:r>
              <a:rPr sz="675" b="0" i="0">
                <a:solidFill>
                  <a:srgbClr val="686B67"/>
                </a:solidFill>
              </a:rPr>
              <a:t>LOCAL-FIRST DOCUMENT RELEASE AGENT</a:t>
            </a:r>
          </a:p>
        </p:txBody>
      </p:sp>
      <p:sp>
        <p:nvSpPr>
          <p:cNvPr id="6" name="page-7">
            <a:extLst xmlns:a="http://schemas.openxmlformats.org/drawingml/2006/main">
              <a:ext uri="{FF2B5EF4-FFF2-40B4-BE49-F238E27FC236}">
                <a16:creationId xmlns:a16="http://schemas.microsoft.com/office/drawing/2014/main" id="{37480599-82B9-48B5-9ABC-D488D13D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86B67"/>
                </a:solidFill>
              </a:defRPr>
            </a:pPr>
            <a:r>
              <a:rPr sz="675" b="0" i="0">
                <a:solidFill>
                  <a:srgbClr val="686B67"/>
                </a:solidFill>
              </a:rPr>
              <a:t>07</a:t>
            </a:r>
          </a:p>
        </p:txBody>
      </p:sp>
      <p:sp>
        <p:nvSpPr>
          <p:cNvPr id="7" name="headline-7">
            <a:extLst xmlns:a="http://schemas.openxmlformats.org/drawingml/2006/main">
              <a:ext uri="{FF2B5EF4-FFF2-40B4-BE49-F238E27FC236}">
                <a16:creationId xmlns:a16="http://schemas.microsoft.com/office/drawing/2014/main" id="{BF697B09-03C0-441F-9C6D-35EBB621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1717"/>
                </a:solidFill>
              </a:defRPr>
            </a:pPr>
            <a:r>
              <a:rPr sz="3150" b="1" i="0">
                <a:solidFill>
                  <a:srgbClr val="171717"/>
                </a:solidFill>
              </a:rPr>
              <a:t>The verified demo stops first, then succeeds</a:t>
            </a:r>
          </a:p>
        </p:txBody>
      </p:sp>
      <p:sp>
        <p:nvSpPr>
          <p:cNvPr id="8" name="blocked-field">
            <a:extLst xmlns:a="http://schemas.openxmlformats.org/drawingml/2006/main">
              <a:ext uri="{FF2B5EF4-FFF2-40B4-BE49-F238E27FC236}">
                <a16:creationId xmlns:a16="http://schemas.microsoft.com/office/drawing/2014/main" id="{5F8AEE01-277D-4B93-AED1-BAA38060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4953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mplete-field">
            <a:extLst xmlns:a="http://schemas.openxmlformats.org/drawingml/2006/main">
              <a:ext uri="{FF2B5EF4-FFF2-40B4-BE49-F238E27FC236}">
                <a16:creationId xmlns:a16="http://schemas.microsoft.com/office/drawing/2014/main" id="{3FD09906-B76F-4309-9256-9E861911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5429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locked-state">
            <a:extLst xmlns:a="http://schemas.openxmlformats.org/drawingml/2006/main">
              <a:ext uri="{FF2B5EF4-FFF2-40B4-BE49-F238E27FC236}">
                <a16:creationId xmlns:a16="http://schemas.microsoft.com/office/drawing/2014/main" id="{024365B5-5997-4169-AD05-FD92DE34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574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FFFDF8"/>
                </a:solidFill>
              </a:defRPr>
            </a:pPr>
            <a:r>
              <a:rPr sz="3300" b="1" i="0">
                <a:solidFill>
                  <a:srgbClr val="FFFDF8"/>
                </a:solidFill>
              </a:rPr>
              <a:t>BLOCKED</a:t>
            </a:r>
          </a:p>
        </p:txBody>
      </p:sp>
      <p:sp>
        <p:nvSpPr>
          <p:cNvPr id="11" name="blocked-copy">
            <a:extLst xmlns:a="http://schemas.openxmlformats.org/drawingml/2006/main">
              <a:ext uri="{FF2B5EF4-FFF2-40B4-BE49-F238E27FC236}">
                <a16:creationId xmlns:a16="http://schemas.microsoft.com/office/drawing/2014/main" id="{CCC4EF28-45D1-4BEA-A9EE-A1C9C189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276600"/>
            <a:ext cx="3714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E9E2D7"/>
                </a:solidFill>
              </a:defRPr>
            </a:pPr>
            <a:r>
              <a:rPr sz="1800" b="0" i="0">
                <a:solidFill>
                  <a:srgbClr val="E9E2D7"/>
                </a:solidFill>
              </a:rPr>
              <a:t>No transformation</a:t>
            </a:r>
          </a:p>
          <a:p xmlns:a="http://schemas.openxmlformats.org/drawingml/2006/main">
            <a:pPr algn="l">
              <a:defRPr sz="1800" b="0" i="0">
                <a:solidFill>
                  <a:srgbClr val="E9E2D7"/>
                </a:solidFill>
              </a:defRPr>
            </a:pPr>
            <a:r>
              <a:rPr sz="1800" b="0" i="0">
                <a:solidFill>
                  <a:srgbClr val="E9E2D7"/>
                </a:solidFill>
              </a:rPr>
              <a:t>No persistent audit write</a:t>
            </a:r>
          </a:p>
          <a:p xmlns:a="http://schemas.openxmlformats.org/drawingml/2006/main">
            <a:pPr algn="l">
              <a:defRPr sz="1800" b="0" i="0">
                <a:solidFill>
                  <a:srgbClr val="E9E2D7"/>
                </a:solidFill>
              </a:defRPr>
            </a:pPr>
            <a:r>
              <a:rPr sz="1800" b="0" i="0">
                <a:solidFill>
                  <a:srgbClr val="E9E2D7"/>
                </a:solidFill>
              </a:rPr>
              <a:t>Evidence remains visible</a:t>
            </a:r>
          </a:p>
        </p:txBody>
      </p:sp>
      <p:sp>
        <p:nvSpPr>
          <p:cNvPr id="12" name="blocked-caption">
            <a:extLst xmlns:a="http://schemas.openxmlformats.org/drawingml/2006/main">
              <a:ext uri="{FF2B5EF4-FFF2-40B4-BE49-F238E27FC236}">
                <a16:creationId xmlns:a16="http://schemas.microsoft.com/office/drawing/2014/main" id="{08D043AA-B850-46B5-9AB3-880620A7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914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D1C24"/>
                </a:solidFill>
              </a:defRPr>
            </a:pPr>
            <a:r>
              <a:rPr sz="975" b="1" i="0">
                <a:solidFill>
                  <a:srgbClr val="ED1C24"/>
                </a:solidFill>
              </a:rPr>
              <a:t>0 approved tools</a:t>
            </a:r>
          </a:p>
        </p:txBody>
      </p:sp>
      <p:sp>
        <p:nvSpPr>
          <p:cNvPr id="13" name="complete-state">
            <a:extLst xmlns:a="http://schemas.openxmlformats.org/drawingml/2006/main">
              <a:ext uri="{FF2B5EF4-FFF2-40B4-BE49-F238E27FC236}">
                <a16:creationId xmlns:a16="http://schemas.microsoft.com/office/drawing/2014/main" id="{AD9AF3C7-6A43-43AF-9329-000F8ADB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574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FFFDF8"/>
                </a:solidFill>
              </a:defRPr>
            </a:pPr>
            <a:r>
              <a:rPr sz="3300" b="1" i="0">
                <a:solidFill>
                  <a:srgbClr val="FFFDF8"/>
                </a:solidFill>
              </a:rPr>
              <a:t>COMPLETED</a:t>
            </a:r>
          </a:p>
        </p:txBody>
      </p:sp>
      <p:sp>
        <p:nvSpPr>
          <p:cNvPr id="14" name="complete-copy">
            <a:extLst xmlns:a="http://schemas.openxmlformats.org/drawingml/2006/main">
              <a:ext uri="{FF2B5EF4-FFF2-40B4-BE49-F238E27FC236}">
                <a16:creationId xmlns:a16="http://schemas.microsoft.com/office/drawing/2014/main" id="{8AD4D0AE-7CEB-4572-A795-8AD06B8D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76600"/>
            <a:ext cx="4476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FFFDF8"/>
                </a:solidFill>
              </a:defRPr>
            </a:pPr>
            <a:r>
              <a:rPr sz="1800" b="0" i="0">
                <a:solidFill>
                  <a:srgbClr val="FFFDF8"/>
                </a:solidFill>
              </a:rPr>
              <a:t>4 sensitive values replaced</a:t>
            </a:r>
          </a:p>
          <a:p xmlns:a="http://schemas.openxmlformats.org/drawingml/2006/main">
            <a:pPr algn="l">
              <a:defRPr sz="1800" b="0" i="0">
                <a:solidFill>
                  <a:srgbClr val="FFFDF8"/>
                </a:solidFill>
              </a:defRPr>
            </a:pPr>
            <a:r>
              <a:rPr sz="1800" b="0" i="0">
                <a:solidFill>
                  <a:srgbClr val="FFFDF8"/>
                </a:solidFill>
              </a:rPr>
              <a:t>1 release-safe copy generated</a:t>
            </a:r>
          </a:p>
          <a:p xmlns:a="http://schemas.openxmlformats.org/drawingml/2006/main">
            <a:pPr algn="l">
              <a:defRPr sz="1800" b="0" i="0">
                <a:solidFill>
                  <a:srgbClr val="FFFDF8"/>
                </a:solidFill>
              </a:defRPr>
            </a:pPr>
            <a:r>
              <a:rPr sz="1800" b="0" i="0">
                <a:solidFill>
                  <a:srgbClr val="FFFDF8"/>
                </a:solidFill>
              </a:rPr>
              <a:t>Minimal audit memory stored</a:t>
            </a:r>
          </a:p>
        </p:txBody>
      </p:sp>
      <p:sp>
        <p:nvSpPr>
          <p:cNvPr id="15" name="complete-caption">
            <a:extLst xmlns:a="http://schemas.openxmlformats.org/drawingml/2006/main">
              <a:ext uri="{FF2B5EF4-FFF2-40B4-BE49-F238E27FC236}">
                <a16:creationId xmlns:a16="http://schemas.microsoft.com/office/drawing/2014/main" id="{45D74844-F1AD-4E8C-A08B-191A2565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14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71717"/>
                </a:solidFill>
              </a:defRPr>
            </a:pPr>
            <a:r>
              <a:rPr sz="975" b="1" i="0">
                <a:solidFill>
                  <a:srgbClr val="171717"/>
                </a:solidFill>
              </a:rPr>
              <a:t>7 / 7 TESTS PASS</a:t>
            </a:r>
          </a:p>
        </p:txBody>
      </p:sp>
    </p:spTree>
    <p:extLst>
      <p:ext uri="{BB962C8B-B14F-4D97-AF65-F5344CB8AC3E}">
        <p14:creationId xmlns:p14="http://schemas.microsoft.com/office/powerpoint/2010/main" val="10035377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brand-8">
            <a:extLst xmlns:a="http://schemas.openxmlformats.org/drawingml/2006/main">
              <a:ext uri="{FF2B5EF4-FFF2-40B4-BE49-F238E27FC236}">
                <a16:creationId xmlns:a16="http://schemas.microsoft.com/office/drawing/2014/main" id="{B2C48113-4B9F-4A94-9300-D3AE9676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1717"/>
                </a:solidFill>
              </a:defRPr>
            </a:pPr>
            <a:r>
              <a:rPr sz="900" b="1" i="0">
                <a:solidFill>
                  <a:srgbClr val="171717"/>
                </a:solidFill>
              </a:rPr>
              <a:t>REDACTFLOW AMD</a:t>
            </a:r>
          </a:p>
        </p:txBody>
      </p:sp>
      <p:sp>
        <p:nvSpPr>
          <p:cNvPr id="2" name="section-8">
            <a:extLst xmlns:a="http://schemas.openxmlformats.org/drawingml/2006/main">
              <a:ext uri="{FF2B5EF4-FFF2-40B4-BE49-F238E27FC236}">
                <a16:creationId xmlns:a16="http://schemas.microsoft.com/office/drawing/2014/main" id="{D1765849-C70A-4CFE-B0F0-1BCBA21E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7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86B67"/>
                </a:solidFill>
              </a:defRPr>
            </a:pPr>
            <a:r>
              <a:rPr sz="825" b="0" i="0">
                <a:solidFill>
                  <a:srgbClr val="686B67"/>
                </a:solidFill>
              </a:rPr>
              <a:t>DELIVERY</a:t>
            </a:r>
          </a:p>
        </p:txBody>
      </p:sp>
      <p:sp>
        <p:nvSpPr>
          <p:cNvPr id="3" name="top-rule-8">
            <a:extLst xmlns:a="http://schemas.openxmlformats.org/drawingml/2006/main">
              <a:ext uri="{FF2B5EF4-FFF2-40B4-BE49-F238E27FC236}">
                <a16:creationId xmlns:a16="http://schemas.microsoft.com/office/drawing/2014/main" id="{7F374E00-B49B-4EA5-99CE-104D7270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ttom-rule-8">
            <a:extLst xmlns:a="http://schemas.openxmlformats.org/drawingml/2006/main">
              <a:ext uri="{FF2B5EF4-FFF2-40B4-BE49-F238E27FC236}">
                <a16:creationId xmlns:a16="http://schemas.microsoft.com/office/drawing/2014/main" id="{CC23A7CB-2A3F-4DEA-94D2-43F00129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1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8">
            <a:extLst xmlns:a="http://schemas.openxmlformats.org/drawingml/2006/main">
              <a:ext uri="{FF2B5EF4-FFF2-40B4-BE49-F238E27FC236}">
                <a16:creationId xmlns:a16="http://schemas.microsoft.com/office/drawing/2014/main" id="{DFEE8005-6879-4271-9966-98F74995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86B67"/>
                </a:solidFill>
              </a:defRPr>
            </a:pPr>
            <a:r>
              <a:rPr sz="675" b="0" i="0">
                <a:solidFill>
                  <a:srgbClr val="686B67"/>
                </a:solidFill>
              </a:rPr>
              <a:t>LOCAL-FIRST DOCUMENT RELEASE AGENT</a:t>
            </a:r>
          </a:p>
        </p:txBody>
      </p:sp>
      <p:sp>
        <p:nvSpPr>
          <p:cNvPr id="6" name="page-8">
            <a:extLst xmlns:a="http://schemas.openxmlformats.org/drawingml/2006/main">
              <a:ext uri="{FF2B5EF4-FFF2-40B4-BE49-F238E27FC236}">
                <a16:creationId xmlns:a16="http://schemas.microsoft.com/office/drawing/2014/main" id="{6A2AA7EE-B186-4B23-AB4B-7F32D914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86B67"/>
                </a:solidFill>
              </a:defRPr>
            </a:pPr>
            <a:r>
              <a:rPr sz="675" b="0" i="0">
                <a:solidFill>
                  <a:srgbClr val="686B67"/>
                </a:solidFill>
              </a:rPr>
              <a:t>08</a:t>
            </a:r>
          </a:p>
        </p:txBody>
      </p:sp>
      <p:sp>
        <p:nvSpPr>
          <p:cNvPr id="7" name="headline-8">
            <a:extLst xmlns:a="http://schemas.openxmlformats.org/drawingml/2006/main">
              <a:ext uri="{FF2B5EF4-FFF2-40B4-BE49-F238E27FC236}">
                <a16:creationId xmlns:a16="http://schemas.microsoft.com/office/drawing/2014/main" id="{A93E3873-6C87-483C-A3B6-C8D14B87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1717"/>
                </a:solidFill>
              </a:defRPr>
            </a:pPr>
            <a:r>
              <a:rPr sz="3150" b="1" i="0">
                <a:solidFill>
                  <a:srgbClr val="171717"/>
                </a:solidFill>
              </a:rPr>
              <a:t>A reproducible submission, not a concept mockup</a:t>
            </a:r>
          </a:p>
        </p:txBody>
      </p:sp>
      <p:sp>
        <p:nvSpPr>
          <p:cNvPr id="8" name="delivery-label-0">
            <a:extLst xmlns:a="http://schemas.openxmlformats.org/drawingml/2006/main">
              <a:ext uri="{FF2B5EF4-FFF2-40B4-BE49-F238E27FC236}">
                <a16:creationId xmlns:a16="http://schemas.microsoft.com/office/drawing/2014/main" id="{F2CF037D-0490-4A6B-81BD-D4C05600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70F16"/>
                </a:solidFill>
              </a:defRPr>
            </a:pPr>
            <a:r>
              <a:rPr sz="975" b="1" i="0">
                <a:solidFill>
                  <a:srgbClr val="B70F16"/>
                </a:solidFill>
              </a:rPr>
              <a:t>SOURCE</a:t>
            </a:r>
          </a:p>
        </p:txBody>
      </p:sp>
      <p:sp>
        <p:nvSpPr>
          <p:cNvPr id="9" name="delivery-copy-0">
            <a:extLst xmlns:a="http://schemas.openxmlformats.org/drawingml/2006/main">
              <a:ext uri="{FF2B5EF4-FFF2-40B4-BE49-F238E27FC236}">
                <a16:creationId xmlns:a16="http://schemas.microsoft.com/office/drawing/2014/main" id="{B0676CC7-4D64-4C65-BFA0-C2CD3C92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11455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1717"/>
                </a:solidFill>
              </a:defRPr>
            </a:pPr>
            <a:r>
              <a:rPr sz="1800" b="0" i="0">
                <a:solidFill>
                  <a:srgbClr val="171717"/>
                </a:solidFill>
              </a:rPr>
              <a:t>FastAPI app, local tools, tests, ROCm scripts</a:t>
            </a:r>
          </a:p>
        </p:txBody>
      </p:sp>
      <p:sp>
        <p:nvSpPr>
          <p:cNvPr id="10" name="delivery-rule-0">
            <a:extLst xmlns:a="http://schemas.openxmlformats.org/drawingml/2006/main">
              <a:ext uri="{FF2B5EF4-FFF2-40B4-BE49-F238E27FC236}">
                <a16:creationId xmlns:a16="http://schemas.microsoft.com/office/drawing/2014/main" id="{81BE3FE2-6657-4B7C-9FAA-C88184F8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1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livery-label-1">
            <a:extLst xmlns:a="http://schemas.openxmlformats.org/drawingml/2006/main">
              <a:ext uri="{FF2B5EF4-FFF2-40B4-BE49-F238E27FC236}">
                <a16:creationId xmlns:a16="http://schemas.microsoft.com/office/drawing/2014/main" id="{0690A313-8E9B-411C-80AF-564E149D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70F16"/>
                </a:solidFill>
              </a:defRPr>
            </a:pPr>
            <a:r>
              <a:rPr sz="975" b="1" i="0">
                <a:solidFill>
                  <a:srgbClr val="B70F16"/>
                </a:solidFill>
              </a:rPr>
              <a:t>REPORT</a:t>
            </a:r>
          </a:p>
        </p:txBody>
      </p:sp>
      <p:sp>
        <p:nvSpPr>
          <p:cNvPr id="12" name="delivery-copy-1">
            <a:extLst xmlns:a="http://schemas.openxmlformats.org/drawingml/2006/main">
              <a:ext uri="{FF2B5EF4-FFF2-40B4-BE49-F238E27FC236}">
                <a16:creationId xmlns:a16="http://schemas.microsoft.com/office/drawing/2014/main" id="{9B5426B5-070E-46D2-B718-25F48852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85750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1717"/>
                </a:solidFill>
              </a:defRPr>
            </a:pPr>
            <a:r>
              <a:rPr sz="1800" b="0" i="0">
                <a:solidFill>
                  <a:srgbClr val="171717"/>
                </a:solidFill>
              </a:rPr>
              <a:t>Six-page project PDF with architecture and reproducibility</a:t>
            </a:r>
          </a:p>
        </p:txBody>
      </p:sp>
      <p:sp>
        <p:nvSpPr>
          <p:cNvPr id="13" name="delivery-rule-1">
            <a:extLst xmlns:a="http://schemas.openxmlformats.org/drawingml/2006/main">
              <a:ext uri="{FF2B5EF4-FFF2-40B4-BE49-F238E27FC236}">
                <a16:creationId xmlns:a16="http://schemas.microsoft.com/office/drawing/2014/main" id="{1A571420-C5C4-4A25-BBD6-4B6B69EA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1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elivery-label-2">
            <a:extLst xmlns:a="http://schemas.openxmlformats.org/drawingml/2006/main">
              <a:ext uri="{FF2B5EF4-FFF2-40B4-BE49-F238E27FC236}">
                <a16:creationId xmlns:a16="http://schemas.microsoft.com/office/drawing/2014/main" id="{0FF0B664-50BE-4E02-8B16-60FD0578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70F16"/>
                </a:solidFill>
              </a:defRPr>
            </a:pPr>
            <a:r>
              <a:rPr sz="975" b="1" i="0">
                <a:solidFill>
                  <a:srgbClr val="B70F16"/>
                </a:solidFill>
              </a:rPr>
              <a:t>DEMO</a:t>
            </a:r>
          </a:p>
        </p:txBody>
      </p:sp>
      <p:sp>
        <p:nvSpPr>
          <p:cNvPr id="15" name="delivery-copy-2">
            <a:extLst xmlns:a="http://schemas.openxmlformats.org/drawingml/2006/main">
              <a:ext uri="{FF2B5EF4-FFF2-40B4-BE49-F238E27FC236}">
                <a16:creationId xmlns:a16="http://schemas.microsoft.com/office/drawing/2014/main" id="{454073B4-9227-47D5-A267-0C16EA94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60045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1717"/>
                </a:solidFill>
              </a:defRPr>
            </a:pPr>
            <a:r>
              <a:rPr sz="1800" b="0" i="0">
                <a:solidFill>
                  <a:srgbClr val="171717"/>
                </a:solidFill>
              </a:rPr>
              <a:t>3-5 minute script covering GPU, permissions, and output</a:t>
            </a:r>
          </a:p>
        </p:txBody>
      </p:sp>
      <p:sp>
        <p:nvSpPr>
          <p:cNvPr id="16" name="delivery-rule-2">
            <a:extLst xmlns:a="http://schemas.openxmlformats.org/drawingml/2006/main">
              <a:ext uri="{FF2B5EF4-FFF2-40B4-BE49-F238E27FC236}">
                <a16:creationId xmlns:a16="http://schemas.microsoft.com/office/drawing/2014/main" id="{887144EF-E426-42C3-80CA-68210E18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1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elivery-label-3">
            <a:extLst xmlns:a="http://schemas.openxmlformats.org/drawingml/2006/main">
              <a:ext uri="{FF2B5EF4-FFF2-40B4-BE49-F238E27FC236}">
                <a16:creationId xmlns:a16="http://schemas.microsoft.com/office/drawing/2014/main" id="{E7D12284-AFA2-4A66-BE39-7C6E2876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70F16"/>
                </a:solidFill>
              </a:defRPr>
            </a:pPr>
            <a:r>
              <a:rPr sz="975" b="1" i="0">
                <a:solidFill>
                  <a:srgbClr val="B70F16"/>
                </a:solidFill>
              </a:rPr>
              <a:t>EVIDENCE</a:t>
            </a:r>
          </a:p>
        </p:txBody>
      </p:sp>
      <p:sp>
        <p:nvSpPr>
          <p:cNvPr id="18" name="delivery-copy-3">
            <a:extLst xmlns:a="http://schemas.openxmlformats.org/drawingml/2006/main">
              <a:ext uri="{FF2B5EF4-FFF2-40B4-BE49-F238E27FC236}">
                <a16:creationId xmlns:a16="http://schemas.microsoft.com/office/drawing/2014/main" id="{F26E4FB5-CA55-4EF0-AF0B-6E5A1E9A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34340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1717"/>
                </a:solidFill>
              </a:defRPr>
            </a:pPr>
            <a:r>
              <a:rPr sz="1800" b="0" i="0">
                <a:solidFill>
                  <a:srgbClr val="171717"/>
                </a:solidFill>
              </a:rPr>
              <a:t>ROCm environment probe and repeatable benchmark</a:t>
            </a:r>
          </a:p>
        </p:txBody>
      </p:sp>
      <p:sp>
        <p:nvSpPr>
          <p:cNvPr id="19" name="delivery-rule-3">
            <a:extLst xmlns:a="http://schemas.openxmlformats.org/drawingml/2006/main">
              <a:ext uri="{FF2B5EF4-FFF2-40B4-BE49-F238E27FC236}">
                <a16:creationId xmlns:a16="http://schemas.microsoft.com/office/drawing/2014/main" id="{4C42A0F1-9D99-4B77-8BBD-941DF53F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06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1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lose-line">
            <a:extLst xmlns:a="http://schemas.openxmlformats.org/drawingml/2006/main">
              <a:ext uri="{FF2B5EF4-FFF2-40B4-BE49-F238E27FC236}">
                <a16:creationId xmlns:a16="http://schemas.microsoft.com/office/drawing/2014/main" id="{2303217E-8206-48C6-B31A-5F0F735D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02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1717"/>
                </a:solidFill>
              </a:defRPr>
            </a:pPr>
            <a:r>
              <a:rPr sz="2700" b="1" i="0">
                <a:solidFill>
                  <a:srgbClr val="171717"/>
                </a:solidFill>
              </a:rPr>
              <a:t>Trust becomes a permission you can inspect.</a:t>
            </a:r>
          </a:p>
        </p:txBody>
      </p:sp>
      <p:sp>
        <p:nvSpPr>
          <p:cNvPr id="21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2F93557B-57DA-4C55-A068-1CA70A14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535305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949920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2026-07-29T13:05:16.0290000Z</dcterms:created>
  <dcterms:modified xsi:type="dcterms:W3CDTF">2026-07-29T13:05:16.0290000Z</dcterms:modified>
</coreProperties>
</file>