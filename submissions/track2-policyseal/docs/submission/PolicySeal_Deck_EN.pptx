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50b9882a684930" /><Relationship Type="http://schemas.openxmlformats.org/officeDocument/2006/relationships/extended-properties" Target="/docProps/app.xml" Id="R9000dd7fab7545fb" /><Relationship Type="http://schemas.openxmlformats.org/officeDocument/2006/relationships/officeDocument" Target="/ppt/presentation.xml" Id="Rec06b064ab504849" /></Relationships>
</file>

<file path=ppt/presentation.xml><?xml version="1.0" encoding="utf-8"?>
<p:presentation xmlns:ns1="http://schemas.openxmlformats.org/officeDocument/2006/relationships" xmlns:p="http://schemas.openxmlformats.org/presentationml/2006/main">
  <p:sldMasterIdLst>
    <p:sldMasterId id="2147483648" ns1:id="R951f27a5880b4b12"/>
  </p:sldMasterIdLst>
  <p:sldIdLst>
    <p:sldId id="256" ns1:id="R90360fa9380a41c7"/>
    <p:sldId id="257" ns1:id="R35ac7893453d4ebc"/>
    <p:sldId id="258" ns1:id="R33e6c9e7c05e4a19"/>
    <p:sldId id="259" ns1:id="Rce6cc44261d7429d"/>
    <p:sldId id="260" ns1:id="R10ab2d66bca643e5"/>
    <p:sldId id="261" ns1:id="R46e7b356337746f8"/>
    <p:sldId id="262" ns1:id="R9cafaf4cf35f48d3"/>
    <p:sldId id="263" ns1:id="R4e6ee025772e44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61665d810e8a4bb7" /><ns0:Relationship Type="http://schemas.openxmlformats.org/officeDocument/2006/relationships/slideMaster" Target="/ppt/slideMasters/slideMaster1.xml" Id="R951f27a5880b4b12" /><ns0:Relationship Type="http://schemas.openxmlformats.org/officeDocument/2006/relationships/presProps" Target="/ppt/presProps.xml" Id="R147353499ac5492a" /><ns0:Relationship Type="http://schemas.openxmlformats.org/officeDocument/2006/relationships/tableStyles" Target="/ppt/tableStyles.xml" Id="R28ef24d47af44e72" /><ns0:Relationship Type="http://schemas.openxmlformats.org/officeDocument/2006/relationships/slide" Target="/ppt/slides/slide1.xml" Id="R90360fa9380a41c7" /><ns0:Relationship Type="http://schemas.openxmlformats.org/officeDocument/2006/relationships/slide" Target="/ppt/slides/slide2.xml" Id="R35ac7893453d4ebc" /><ns0:Relationship Type="http://schemas.openxmlformats.org/officeDocument/2006/relationships/slide" Target="/ppt/slides/slide3.xml" Id="R33e6c9e7c05e4a19" /><ns0:Relationship Type="http://schemas.openxmlformats.org/officeDocument/2006/relationships/slide" Target="/ppt/slides/slide4.xml" Id="Rce6cc44261d7429d" /><ns0:Relationship Type="http://schemas.openxmlformats.org/officeDocument/2006/relationships/slide" Target="/ppt/slides/slide5.xml" Id="R10ab2d66bca643e5" /><ns0:Relationship Type="http://schemas.openxmlformats.org/officeDocument/2006/relationships/slide" Target="/ppt/slides/slide6.xml" Id="R46e7b356337746f8" /><ns0:Relationship Type="http://schemas.openxmlformats.org/officeDocument/2006/relationships/slide" Target="/ppt/slides/slide7.xml" Id="R9cafaf4cf35f48d3" /><ns0:Relationship Type="http://schemas.openxmlformats.org/officeDocument/2006/relationships/slide" Target="/ppt/slides/slide8.xml" Id="R4e6ee025772e4473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9ec8b722a46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97d409c2eb4eb1" /><Relationship Type="http://schemas.openxmlformats.org/officeDocument/2006/relationships/slideLayout" Target="/ppt/slideLayouts/slideLayout1.xml" Id="R7d402332a7244c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402332a7244c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ac7a57321de4ca0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50c1f9dceb24e32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1ce33549b5d4fe5" /><ns0:Relationship Type="http://schemas.openxmlformats.org/officeDocument/2006/relationships/image" Target="/ppt/media/image.png" Id="Rea60d7b96309403c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ae5dfffc1bd4f0a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68f2fcd3e87465f" /><ns0:Relationship Type="http://schemas.openxmlformats.org/officeDocument/2006/relationships/image" Target="/ppt/media/image2.png" Id="Rf9e808d33ef1476d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83f443ad1d5439e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260ff73351542ee" /><ns0:Relationship Type="http://schemas.openxmlformats.org/officeDocument/2006/relationships/chart" Target="/ppt/slides/charts/chart1.xml" Id="R0fef9d208a7644bb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74a8562fa164a1d" /></ns0: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2"/>
              <c:pt idx="0">
                <c:v>Batching A</c:v>
              </c:pt>
              <c:pt idx="1">
                <c:v>Cascade B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100</c:v>
              </c:pt>
            </c:numLit>
          </c:val>
        </c:ser>
        <c:ser>
          <c:idx val="1"/>
          <c:order val="1"/>
          <c:tx>
            <c:v>Optimized</c:v>
          </c:tx>
          <c:spPr>
            <a:solidFill xmlns:a="http://schemas.openxmlformats.org/drawingml/2006/main">
              <a:srgbClr val="2D74A1"/>
            </a:solidFill>
          </c:spPr>
          <c:cat>
            <c:strLit>
              <c:ptCount val="2"/>
              <c:pt idx="0">
                <c:v>Batching A</c:v>
              </c:pt>
              <c:pt idx="1">
                <c:v>Cascade B</c:v>
              </c:pt>
            </c:strLit>
          </c:cat>
          <c:val>
            <c:numLit>
              <c:formatCode>General</c:formatCode>
              <c:ptCount val="2"/>
              <c:pt idx="0">
                <c:v>89.3</c:v>
              </c:pt>
              <c:pt idx="1">
                <c:v>29.9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21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121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C6673"/>
                    </a:solidFill>
                  </a:rPr>
                  <a:t>Warm p95 latency index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C667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C6673"/>
                </a:solidFill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C66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092D341-1F05-49D3-B1C1-5BF9866F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PolicySeal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F9703B0-7E03-4DDB-A0AB-C09D7BB1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Minimum disclosure for the right recipient.
Local policy Agent on AMD Radeon.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B2C455D-ADDF-424B-A4B5-0670BF05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73747"/>
                </a:solidFill>
                <a:latin typeface="Helvetica Neue"/>
                <a:ea typeface="Helvetica Neue"/>
                <a:cs typeface="Helvetica Neue"/>
              </a:rPr>
              <a:t>AMD AI DEVMASTER HACKATHON 2026 / TRACK 2</a:t>
            </a:r>
          </a:p>
        </p:txBody>
      </p:sp>
    </p:spTree>
    <p:extLst>
      <p:ext uri="{BB962C8B-B14F-4D97-AF65-F5344CB8AC3E}">
        <p14:creationId xmlns:p14="http://schemas.microsoft.com/office/powerpoint/2010/main" val="8638499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3041FEC-0D40-4738-8DE9-E321ABE3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8D21340-70D7-4D21-B6D3-F4D18AF7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One engine, three business documents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0AEF424-3653-4359-906F-53BC4CB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XLSX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Supplier comparison
Four recipients / 59 stable regions
Full disclosure action matrix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F7B65124-37B3-43F6-8E7A-F2C07E56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TEXT PDF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Supplier contract
Position-aware preview
Traceable DOCX output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5D87FE61-48D5-4ABA-ADF3-421D187F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DOCX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Security incident report
Paragraph and table transformations
Stable asset aliases</a:t>
            </a:r>
          </a:p>
        </p:txBody>
      </p:sp>
    </p:spTree>
    <p:extLst>
      <p:ext uri="{BB962C8B-B14F-4D97-AF65-F5344CB8AC3E}">
        <p14:creationId xmlns:p14="http://schemas.microsoft.com/office/powerpoint/2010/main" val="7407496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071CCEA0-2AA6-4A66-ADA2-8332E319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B98D5FF-F3EC-4872-9F35-2D69B33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90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One sheet, four outcomes</a:t>
            </a:r>
          </a:p>
        </p:txBody>
      </p:sp>
      <p:sp>
        <p:nvSpPr>
          <p:cNvPr id="3" name="image-backing-3">
            <a:extLst xmlns:a="http://schemas.openxmlformats.org/drawingml/2006/main">
              <a:ext uri="{FF2B5EF4-FFF2-40B4-BE49-F238E27FC236}">
                <a16:creationId xmlns:a16="http://schemas.microsoft.com/office/drawing/2014/main" id="{D14BDAC9-4C9E-40BE-960D-200DD0B1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9CED5"/>
            </a:solidFill>
            <a:prstDash val="solid"/>
          </a:ln>
        </p:spPr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1E1FF636-F524-4B0D-AF45-B0F2D7C0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900"/>
              </a:spcAft>
              <a:buNone/>
              <a:defRPr sz="240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Context is a policy input, not a note.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Internal keeps the evidence.
Audit keeps required facts while generalizing internal opinion.
Bidder A removes competitor-sensitive content.
Personal email blocks the entire export.
Every cell keeps a stable location, action, rule ID, reason, and policy version.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0d7b96309403c"/>
          <a:srcRect xmlns:a="http://schemas.openxmlformats.org/drawingml/2006/main" l="0" t="12039" r="0" b="12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259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9EC9030-4281-4197-B3FD-DB12F182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7BF9654-597A-4DF2-AD6F-9AA49447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The Agent can reason; policy still decides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5AA8CCF-4A2A-4AEE-A25F-21396D4E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60DDFDE-369A-42C4-A83B-2413124F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0708CA3-F6A9-48C5-9B78-47152281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B2E10A7-F362-47F7-AC93-8C9898DD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74A1"/>
                </a:solidFill>
                <a:latin typeface="Helvetica Neue"/>
                <a:ea typeface="Helvetica Neue"/>
                <a:cs typeface="Helvetica Neue"/>
              </a:rPr>
              <a:t>1 / UNDERSTAND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B8EBD7E-E89D-4617-AC43-B754E3C7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3747"/>
                </a:solidFill>
                <a:latin typeface="Helvetica Neue"/>
                <a:ea typeface="Helvetica Neue"/>
                <a:cs typeface="Helvetica Neue"/>
              </a:rPr>
              <a:t>2 / ENFORCE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4004C02-329D-4F51-9E02-A90F3504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267"/>
                </a:solidFill>
                <a:latin typeface="Helvetica Neue"/>
                <a:ea typeface="Helvetica Neue"/>
                <a:cs typeface="Helvetica Neue"/>
              </a:rPr>
              <a:t>3 / PROVE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C9A3BE0-2642-40BE-9AF0-12EED216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Deterministic kernel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Apply versioned YAML rules. Block outranks Approval, Transform, and Keep.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EBF4F0E-1348-4465-ADEB-B7CD7649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LLM + tools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Classify uncertain semantics and retrieve cited local policy evidence.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3A4D7B7-9F6A-4115-8374-262F0585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Residual + audit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Scan every output, bind approvals, and package rule-level evidence.</a:t>
            </a:r>
          </a:p>
        </p:txBody>
      </p:sp>
    </p:spTree>
    <p:extLst>
      <p:ext uri="{BB962C8B-B14F-4D97-AF65-F5344CB8AC3E}">
        <p14:creationId xmlns:p14="http://schemas.microsoft.com/office/powerpoint/2010/main" val="15453070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E44116D5-8109-4826-8C67-C433B77C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C97B28F-AF0B-4A4E-974C-E6D7CAC3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90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Approval stays task-bound</a:t>
            </a:r>
          </a:p>
        </p:txBody>
      </p:sp>
      <p:sp>
        <p:nvSpPr>
          <p:cNvPr id="3" name="image-backing-5">
            <a:extLst xmlns:a="http://schemas.openxmlformats.org/drawingml/2006/main">
              <a:ext uri="{FF2B5EF4-FFF2-40B4-BE49-F238E27FC236}">
                <a16:creationId xmlns:a16="http://schemas.microsoft.com/office/drawing/2014/main" id="{AC1591E5-98F9-48E8-9EBC-C09051BC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9CED5"/>
            </a:solidFill>
            <a:prstDash val="solid"/>
          </a:ln>
        </p:spPr>
      </p:sp>
      <p:sp>
        <p:nvSpPr>
          <p:cNvPr id="4" name="body-5">
            <a:extLst xmlns:a="http://schemas.openxmlformats.org/drawingml/2006/main">
              <a:ext uri="{FF2B5EF4-FFF2-40B4-BE49-F238E27FC236}">
                <a16:creationId xmlns:a16="http://schemas.microsoft.com/office/drawing/2014/main" id="{D9CD35C6-3BE2-4971-BBA6-5E770931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1714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900"/>
              </a:spcAft>
              <a:buNone/>
              <a:defRPr sz="240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Copilot helps the reviewer without becoming the policy.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Explain a selected decision with rule and evidence citations.
Simulate another purpose without mutating the task.
Draft an exception request that enters approval.
Approval is revision-bound, use-bound, and separate from the business output.
A Block never becomes approvable.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808d33ef1476d"/>
          <a:srcRect xmlns:a="http://schemas.openxmlformats.org/drawingml/2006/main" l="0" t="15883" r="0" b="15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226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6D69B52-5FFC-4916-9389-E3DAC63C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75AB96B-3099-4C45-9F35-E3DD4347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The model runs locally on AMD Radeon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10A74926-B5EA-452C-969C-C51418C2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AMD Radeon / gfx1100 / 48 GiB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01B6FEA-8E80-446A-B773-398CA63A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3747"/>
                </a:solidFill>
                <a:latin typeface="Helvetica Neue"/>
                <a:ea typeface="Helvetica Neue"/>
                <a:cs typeface="Helvetica Neue"/>
              </a:rPr>
              <a:t>GPU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0C3A3012-438D-4D18-BC33-32DB3C84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ROCm 7.2.1 / vLLM / BF16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99909C2-4D7F-4E06-98C2-E7BDC7E5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3747"/>
                </a:solidFill>
                <a:latin typeface="Helvetica Neue"/>
                <a:ea typeface="Helvetica Neue"/>
                <a:cs typeface="Helvetica Neue"/>
              </a:rPr>
              <a:t>STACK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80F672A-B082-481E-B5D6-2B9AB5C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Qwen3-8B / non-thinking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3FC50354-EFBC-4222-9574-2E241ACC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3747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304C042F-DF9C-49A4-8789-7EABF361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SHA-256 manifest + raw benchmark JSON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818CFC5A-0011-47DF-BDF6-C8F8F63E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3747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710A9CFA-B30D-4293-AE2F-981EB95E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Local-only inference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FastAPI and the review UI call a localhost OpenAI-compatible vLLM endpoint. Source documents, policies, outputs, and audit evidence stay on the instance.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73747"/>
                </a:solidFill>
                <a:latin typeface="Helvetica Neue"/>
                <a:ea typeface="Helvetica Neue"/>
                <a:cs typeface="Helvetica Neue"/>
              </a:rPr>
              <a:t>SSH tunnels expose only 127.0.0.1 during development.</a:t>
            </a:r>
          </a:p>
        </p:txBody>
      </p:sp>
    </p:spTree>
    <p:extLst>
      <p:ext uri="{BB962C8B-B14F-4D97-AF65-F5344CB8AC3E}">
        <p14:creationId xmlns:p14="http://schemas.microsoft.com/office/powerpoint/2010/main" val="1589305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BC7BFC6C-AD24-44E8-86C6-4480B3AB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F728175-C6E3-4349-80FF-766FE12E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90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Measured on Radeon, including the target we missed</a:t>
            </a:r>
          </a:p>
        </p:txBody>
      </p:sp>
      <p:sp>
        <p:nvSpPr>
          <p:cNvPr id="3" name="chart-frame">
            <a:extLst xmlns:a="http://schemas.openxmlformats.org/drawingml/2006/main">
              <a:ext uri="{FF2B5EF4-FFF2-40B4-BE49-F238E27FC236}">
                <a16:creationId xmlns:a16="http://schemas.microsoft.com/office/drawing/2014/main" id="{74BF2534-E1BC-4931-A0F3-652630DF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101216"/>
            </a:solidFill>
            <a:prstDash val="solid"/>
          </a:ln>
        </p:spPr>
      </p:sp>
      <p:sp>
        <p:nvSpPr>
          <p:cNvPr id="4" name="results-narrative">
            <a:extLst xmlns:a="http://schemas.openxmlformats.org/drawingml/2006/main">
              <a:ext uri="{FF2B5EF4-FFF2-40B4-BE49-F238E27FC236}">
                <a16:creationId xmlns:a16="http://schemas.microsoft.com/office/drawing/2014/main" id="{73099C54-3048-4396-8D1B-AC5E8167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900"/>
              </a:spcAft>
              <a:buNone/>
              <a:defRPr sz="240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Two optimizations, one target met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Stable-ID batching improved warm p95 by 10.7%, below its 20% target. Deterministic short-circuit removed 70% of model regions while preserving the frozen goldens.</a:t>
            </a:r>
          </a:p>
        </p:txBody>
      </p:sp>
      <p:sp>
        <p:nvSpPr>
          <p:cNvPr id="5" name="stat-regions">
            <a:extLst xmlns:a="http://schemas.openxmlformats.org/drawingml/2006/main">
              <a:ext uri="{FF2B5EF4-FFF2-40B4-BE49-F238E27FC236}">
                <a16:creationId xmlns:a16="http://schemas.microsoft.com/office/drawing/2014/main" id="{FC9FE8E8-BE78-4FD7-BA20-727BC582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700"/>
              </a:spcAft>
              <a:buNone/>
              <a:defRPr sz="2850">
                <a:solidFill>
                  <a:srgbClr val="1682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8267"/>
                </a:solidFill>
                <a:latin typeface="Helvetica Neue"/>
                <a:ea typeface="Helvetica Neue"/>
                <a:cs typeface="Helvetica Neue"/>
              </a:rPr>
              <a:t>70%</a:t>
            </a:r>
          </a:p>
        </p:txBody>
      </p:sp>
      <p:sp>
        <p:nvSpPr>
          <p:cNvPr id="6" name="stat-regions-label">
            <a:extLst xmlns:a="http://schemas.openxmlformats.org/drawingml/2006/main">
              <a:ext uri="{FF2B5EF4-FFF2-40B4-BE49-F238E27FC236}">
                <a16:creationId xmlns:a16="http://schemas.microsoft.com/office/drawing/2014/main" id="{2CB16293-F9EE-4066-B4E2-F82B245B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135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model regions
removed</a:t>
            </a:r>
          </a:p>
        </p:txBody>
      </p:sp>
      <p:sp>
        <p:nvSpPr>
          <p:cNvPr id="7" name="stat-leakage">
            <a:extLst xmlns:a="http://schemas.openxmlformats.org/drawingml/2006/main">
              <a:ext uri="{FF2B5EF4-FFF2-40B4-BE49-F238E27FC236}">
                <a16:creationId xmlns:a16="http://schemas.microsoft.com/office/drawing/2014/main" id="{F490236D-CEF3-4BB4-BC7E-C9532AAC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700"/>
              </a:spcAft>
              <a:buNone/>
              <a:defRPr sz="2850">
                <a:solidFill>
                  <a:srgbClr val="1682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826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8" name="stat-leakage-label">
            <a:extLst xmlns:a="http://schemas.openxmlformats.org/drawingml/2006/main">
              <a:ext uri="{FF2B5EF4-FFF2-40B4-BE49-F238E27FC236}">
                <a16:creationId xmlns:a16="http://schemas.microsoft.com/office/drawing/2014/main" id="{7C1AD254-A542-4937-8CC5-B9F3BF18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135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high-risk leakage
incidents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34460" y="1428750"/>
          <a:ext xmlns:a="http://schemas.openxmlformats.org/drawingml/2006/main" cx="5029771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ef9d208a7644bb"/>
          </a:graphicData>
        </a:graphic>
      </p:graphicFrame>
    </p:spTree>
    <p:extLst>
      <p:ext uri="{BB962C8B-B14F-4D97-AF65-F5344CB8AC3E}">
        <p14:creationId xmlns:p14="http://schemas.microsoft.com/office/powerpoint/2010/main" val="16236676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E7EB67D-4882-45D4-8C24-0062C561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E34DA4D-E073-4F11-9F2D-EC1BE70C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Ready to reproduce; honest about scope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9210E03A-98CC-4FE7-94E8-01ABAF2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Judge the workflow, not a mockup.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7E0A2CA-0AD0-49D4-B526-493D6A7D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30/30 frozen scenario checks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11BD7780-50C6-4EF1-A4B3-ABA7BC71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3F368644-CC77-42EB-9584-9AD6080F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673"/>
                </a:solidFill>
                <a:latin typeface="Helvetica Neue"/>
                <a:ea typeface="Helvetica Neue"/>
                <a:cs typeface="Helvetica Neue"/>
              </a:rPr>
              <a:t>Reproduce with the documented local and Radeon commands. The submission includes setup scripts, model hashes, frozen goldens, and raw benchmark JSON.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73747"/>
                </a:solidFill>
                <a:latin typeface="Helvetica Neue"/>
                <a:ea typeface="Helvetica Neue"/>
                <a:cs typeface="Helvetica Neue"/>
              </a:rPr>
              <a:t>P0 limits: text PDF only; no OCR, email sending, SSO, DRM, or automatic compliance claims.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BBB8C8A4-8250-4132-BF6E-E9946794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179 backend tests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E14CA2F1-38DC-4297-8100-C6C454D2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93DD815A-E62C-4587-8589-9C3C3F74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4/4 Radeon cloud E2E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04FD7B3A-67D4-4C45-9753-3939917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36AF47C0-B6D5-48C8-8CD2-289E0E2F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216"/>
                </a:solidFill>
                <a:latin typeface="Helvetica Neue"/>
                <a:ea typeface="Helvetica Neue"/>
                <a:cs typeface="Helvetica Neue"/>
              </a:rPr>
              <a:t>Raw runtime evidence included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8F45D3BC-62C8-4925-8036-BB33D019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343C85BA-A350-473F-8F46-41FEF395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73747"/>
                </a:solidFill>
                <a:latin typeface="Helvetica Neue"/>
                <a:ea typeface="Helvetica Neue"/>
                <a:cs typeface="Helvetica Neue"/>
              </a:rPr>
              <a:t>wangjiachang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9EBA46BE-DE7D-4409-B6A3-274166F5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054876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PolicySeal Team</dc:creator>
  <cp:lastModifiedBy>PolicySeal Team</cp:lastModifiedBy>
  <dc:title>PolicySeal</dc:title>
  <dcterms:created xsi:type="dcterms:W3CDTF">2026-08-02T15:01:21.8170000Z</dcterms:created>
  <dcterms:modified xsi:type="dcterms:W3CDTF">2026-08-02T15:01:21.8170000Z</dcterms:modified>
</cp:coreProperties>
</file>