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7a61cb10064083" /><Relationship Type="http://schemas.openxmlformats.org/officeDocument/2006/relationships/extended-properties" Target="/docProps/app.xml" Id="Rab6a70443cbd4ab5" /><Relationship Type="http://schemas.openxmlformats.org/officeDocument/2006/relationships/officeDocument" Target="/ppt/presentation.xml" Id="R706f26b3eef94e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ea96c6ddcb4da7"/>
  </p:sldMasterIdLst>
  <p:notesMasterIdLst>
    <p:notesMasterId xmlns:r="http://schemas.openxmlformats.org/officeDocument/2006/relationships" r:id="Racdc9e284dc24831"/>
  </p:notesMasterIdLst>
  <p:sldIdLst>
    <p:sldId xmlns:r="http://schemas.openxmlformats.org/officeDocument/2006/relationships" id="256" r:id="Rdacbb7e9998047fc"/>
    <p:sldId xmlns:r="http://schemas.openxmlformats.org/officeDocument/2006/relationships" id="257" r:id="R1c1293c414c44974"/>
    <p:sldId xmlns:r="http://schemas.openxmlformats.org/officeDocument/2006/relationships" id="258" r:id="R9654b2d360764538"/>
    <p:sldId xmlns:r="http://schemas.openxmlformats.org/officeDocument/2006/relationships" id="259" r:id="R7cdf5422420d42a7"/>
    <p:sldId xmlns:r="http://schemas.openxmlformats.org/officeDocument/2006/relationships" id="260" r:id="R7c91cfe6d5c74310"/>
    <p:sldId xmlns:r="http://schemas.openxmlformats.org/officeDocument/2006/relationships" id="261" r:id="R61a30654bd414362"/>
    <p:sldId xmlns:r="http://schemas.openxmlformats.org/officeDocument/2006/relationships" id="262" r:id="Raf2e536d7741431c"/>
    <p:sldId xmlns:r="http://schemas.openxmlformats.org/officeDocument/2006/relationships" id="263" r:id="Rab2492149e7347b6"/>
    <p:sldId xmlns:r="http://schemas.openxmlformats.org/officeDocument/2006/relationships" id="264" r:id="Rb371f581d7f94c3c"/>
    <p:sldId xmlns:r="http://schemas.openxmlformats.org/officeDocument/2006/relationships" id="265" r:id="R7b2c4c32d24946d9"/>
    <p:sldId xmlns:r="http://schemas.openxmlformats.org/officeDocument/2006/relationships" id="266" r:id="Rdea6d8aa5f834132"/>
    <p:sldId xmlns:r="http://schemas.openxmlformats.org/officeDocument/2006/relationships" id="267" r:id="R0e68bd179ec44c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6dec3fa46e4a82" /><Relationship Type="http://schemas.openxmlformats.org/officeDocument/2006/relationships/slideMaster" Target="/ppt/slideMasters/slideMaster1.xml" Id="R81ea96c6ddcb4da7" /><Relationship Type="http://schemas.openxmlformats.org/officeDocument/2006/relationships/notesMaster" Target="/ppt/notesMasters/notesMaster1.xml" Id="Racdc9e284dc24831" /><Relationship Type="http://schemas.openxmlformats.org/officeDocument/2006/relationships/presProps" Target="/ppt/presProps.xml" Id="R79a041be17a84d94" /><Relationship Type="http://schemas.openxmlformats.org/officeDocument/2006/relationships/tableStyles" Target="/ppt/tableStyles.xml" Id="Rc39cf81b76c24245" /><Relationship Type="http://schemas.openxmlformats.org/officeDocument/2006/relationships/slide" Target="/ppt/slides/slide1.xml" Id="Rdacbb7e9998047fc" /><Relationship Type="http://schemas.openxmlformats.org/officeDocument/2006/relationships/slide" Target="/ppt/slides/slide2.xml" Id="R1c1293c414c44974" /><Relationship Type="http://schemas.openxmlformats.org/officeDocument/2006/relationships/slide" Target="/ppt/slides/slide3.xml" Id="R9654b2d360764538" /><Relationship Type="http://schemas.openxmlformats.org/officeDocument/2006/relationships/slide" Target="/ppt/slides/slide4.xml" Id="R7cdf5422420d42a7" /><Relationship Type="http://schemas.openxmlformats.org/officeDocument/2006/relationships/slide" Target="/ppt/slides/slide5.xml" Id="R7c91cfe6d5c74310" /><Relationship Type="http://schemas.openxmlformats.org/officeDocument/2006/relationships/slide" Target="/ppt/slides/slide6.xml" Id="R61a30654bd414362" /><Relationship Type="http://schemas.openxmlformats.org/officeDocument/2006/relationships/slide" Target="/ppt/slides/slide7.xml" Id="Raf2e536d7741431c" /><Relationship Type="http://schemas.openxmlformats.org/officeDocument/2006/relationships/slide" Target="/ppt/slides/slide8.xml" Id="Rab2492149e7347b6" /><Relationship Type="http://schemas.openxmlformats.org/officeDocument/2006/relationships/slide" Target="/ppt/slides/slide9.xml" Id="Rb371f581d7f94c3c" /><Relationship Type="http://schemas.openxmlformats.org/officeDocument/2006/relationships/slide" Target="/ppt/slides/slide10.xml" Id="R7b2c4c32d24946d9" /><Relationship Type="http://schemas.openxmlformats.org/officeDocument/2006/relationships/slide" Target="/ppt/slides/slide11.xml" Id="Rdea6d8aa5f834132" /><Relationship Type="http://schemas.openxmlformats.org/officeDocument/2006/relationships/slide" Target="/ppt/slides/slide12.xml" Id="R0e68bd179ec44c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492754beb74f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30220120f44a9d" /><Relationship Type="http://schemas.openxmlformats.org/officeDocument/2006/relationships/notesMaster" Target="/ppt/notesMasters/notesMaster1.xml" Id="R1172250482304c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c2e47678794d50" /><Relationship Type="http://schemas.openxmlformats.org/officeDocument/2006/relationships/notesMaster" Target="/ppt/notesMasters/notesMaster1.xml" Id="R4b2b54c775ca4d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46aa80066f4d53" /><Relationship Type="http://schemas.openxmlformats.org/officeDocument/2006/relationships/notesMaster" Target="/ppt/notesMasters/notesMaster1.xml" Id="Re34dc4ba98d04a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605812ab3a43c0" /><Relationship Type="http://schemas.openxmlformats.org/officeDocument/2006/relationships/notesMaster" Target="/ppt/notesMasters/notesMaster1.xml" Id="R9542e62b495f40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d50aed807c4307" /><Relationship Type="http://schemas.openxmlformats.org/officeDocument/2006/relationships/notesMaster" Target="/ppt/notesMasters/notesMaster1.xml" Id="R4cfa7d0a6dac43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78c223d6ce44d8" /><Relationship Type="http://schemas.openxmlformats.org/officeDocument/2006/relationships/notesMaster" Target="/ppt/notesMasters/notesMaster1.xml" Id="R59511354d0a744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c11585ace54b8e" /><Relationship Type="http://schemas.openxmlformats.org/officeDocument/2006/relationships/notesMaster" Target="/ppt/notesMasters/notesMaster1.xml" Id="R4ae47c64ca2349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7673c99a78463a" /><Relationship Type="http://schemas.openxmlformats.org/officeDocument/2006/relationships/notesMaster" Target="/ppt/notesMasters/notesMaster1.xml" Id="R8b166243c4764b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59032c3f7f43a4" /><Relationship Type="http://schemas.openxmlformats.org/officeDocument/2006/relationships/notesMaster" Target="/ppt/notesMasters/notesMaster1.xml" Id="Rae18e7bb995041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42537c53234565" /><Relationship Type="http://schemas.openxmlformats.org/officeDocument/2006/relationships/notesMaster" Target="/ppt/notesMasters/notesMaster1.xml" Id="R9aa7dc84b92847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3cb5c6ae694db1" /><Relationship Type="http://schemas.openxmlformats.org/officeDocument/2006/relationships/notesMaster" Target="/ppt/notesMasters/notesMaster1.xml" Id="R671997c9d6b24e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d9640f87cd48ee" /><Relationship Type="http://schemas.openxmlformats.org/officeDocument/2006/relationships/notesMaster" Target="/ppt/notesMasters/notesMaster1.xml" Id="Rf76df5cc841f4e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one governed path from intent to a board action. The visual is conceptual, not hardware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README.md and submission/en/PROJECT_SPECIFICATION.md.</a:t>
            </a:r>
          </a:p>
          <a:p xmlns:a="http://schemas.openxmlformats.org/drawingml/2006/main">
            <a:r>
              <a:t>- Project-created AI-generated asset: submission/en/assets/rdk-agent-hero.png.</a:t>
            </a:r>
          </a:p>
          <a:p xmlns:a="http://schemas.openxmlformats.org/drawingml/2006/main">
            <a:r>
              <a:t>- Official Track 2 requirements: https://github.com/AMD-DEV-CONTEST/Radeon-hackathon-2026-07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as a naming explanation, then return immediately to the Track 2 product and evidence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naming rationale in this task.</a:t>
            </a:r>
          </a:p>
          <a:p xmlns:a="http://schemas.openxmlformats.org/drawingml/2006/main">
            <a:r>
              <a:t>- Project-created AI-generated asset: submission/en/assets/sophon-three-body-concept.png.</a:t>
            </a:r>
          </a:p>
          <a:p xmlns:a="http://schemas.openxmlformats.org/drawingml/2006/main">
            <a:r>
              <a:t>- Project disclaimer: submission/en/PROJECT_SPECIFICATION.md, section 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reproducibility and authority, not simply code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specification: submission/en/PROJECT_SPECIFICATION.md, sections 1 and 3.</a:t>
            </a:r>
          </a:p>
          <a:p xmlns:a="http://schemas.openxmlformats.org/drawingml/2006/main">
            <a:r>
              <a:t>- Workflow implementation: rdk-agent/config/agents.yaml.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separation between model reasoning, deterministic delivery, the device contract and physical acceptance.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architecture source: submission/en/assets/architecture.svg.</a:t>
            </a:r>
          </a:p>
          <a:p xmlns:a="http://schemas.openxmlformats.org/drawingml/2006/main">
            <a:r>
              <a:t>- Detailed specification: submission/en/PROJECT_SPECIFICATION.md, section 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red loop is the only revision loop and is capped at three iterations. Every downstream node requires a successful predecessor.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workflow source: submission/en/assets/workflow.svg.</a:t>
            </a:r>
          </a:p>
          <a:p xmlns:a="http://schemas.openxmlformats.org/drawingml/2006/main">
            <a:r>
              <a:t>- Workflow configuration: rdk-agent/config/agents.yaml.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this as agent/tool-layer permission control. Do not imply end-to-end transport security is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 design: submission/en/PROJECT_SPECIFICATION.md, sections 6-7 and 12.</a:t>
            </a:r>
          </a:p>
          <a:p xmlns:a="http://schemas.openxmlformats.org/drawingml/2006/main">
            <a:r>
              <a:t>- Verification tests: rdk-agent/test/security-hardening.test.ts and related suites.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disclosed formatting follow-up: cargo fmt --all -- --check reports existing differences, so the deck does not call the full formatting state green.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 log: submission/en/evidence/verification-2026-08-05.md.</a:t>
            </a:r>
          </a:p>
          <a:p xmlns:a="http://schemas.openxmlformats.org/drawingml/2006/main">
            <a:r>
              <a:t>- Evidence visual source: submission/en/assets/test-evidence.svg.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proves board reachability, live collectors and dynamic plugin discovery. It does not prove physical motion or AMD inference hardware.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 log: submission/en/evidence/verification-2026-08-05.md.</a:t>
            </a:r>
          </a:p>
          <a:p xmlns:a="http://schemas.openxmlformats.org/drawingml/2006/main">
            <a:r>
              <a:t>- Evidence visual source: submission/en/assets/board-evidence.svg.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models ran. Keep the evidence scopes distinct: the 80B figures come from the archived llama.cpp case; the 32B SFT screenshot proves the live Agent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Sanitized config: submission/en/config/pi-models.amd-rocm.example.json.</a:t>
            </a:r>
          </a:p>
          <a:p xmlns:a="http://schemas.openxmlformats.org/drawingml/2006/main">
            <a:r>
              <a:t>- AMD evidence plan: submission/en/AMD_RADEON_ROCM.md.</a:t>
            </a:r>
          </a:p>
          <a:p xmlns:a="http://schemas.openxmlformats.org/drawingml/2006/main">
            <a:r>
              <a:t>- Current evidence boundary: submission/en/evidence/verification-2026-08-05.md.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paths have measured baseline-versus-optimized results. Do not compare their absolute speeds because model sizes, servers and protocols differ.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 script: submission/en/scripts/benchmark-openai-compatible.mjs.</a:t>
            </a:r>
          </a:p>
          <a:p xmlns:a="http://schemas.openxmlformats.org/drawingml/2006/main">
            <a:r>
              <a:t>- Optimization plan: submission/en/AMD_RADEON_ROCM.md.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total duration between three and five minutes. The AMD segment should show the participant-controlled Radeon/ROCm/vLLM runtime, not only the RDK 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Video shot list: submission/en/VIDEO.md.</a:t>
            </a:r>
          </a:p>
          <a:p xmlns:a="http://schemas.openxmlformats.org/drawingml/2006/main">
            <a:r>
              <a:t>- Official Track 2 requirement: https://github.com/AMD-DEV-CONTEST/Radeon-hackathon-2026-07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promise and naming the only remaining owner actions. Do not end with a generic thank-you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 checklist: submission/en/SUBMISSION_CHECKLIST.md.</a:t>
            </a:r>
          </a:p>
          <a:p xmlns:a="http://schemas.openxmlformats.org/drawingml/2006/main">
            <a:r>
              <a:t>- PR draft: submission/en/PR_DESCRIPTION.md.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d95fe76614d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fee45e7bdc4b9d" /><Relationship Type="http://schemas.openxmlformats.org/officeDocument/2006/relationships/slideLayout" Target="/ppt/slideLayouts/slideLayout1.xml" Id="R75a461b6a4f24b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a461b6a4f24b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84ad80e004c90" /><Relationship Type="http://schemas.openxmlformats.org/officeDocument/2006/relationships/image" Target="/ppt/media/image.png" Id="R211301752aed4abc" /><Relationship Type="http://schemas.openxmlformats.org/officeDocument/2006/relationships/notesSlide" Target="/ppt/notesSlides/notesSlide1.xml" Id="Rfd9f0187610849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ebccaac614035" /><Relationship Type="http://schemas.openxmlformats.org/officeDocument/2006/relationships/image" Target="/ppt/media/image2.png" Id="R75295f166849456f" /><Relationship Type="http://schemas.openxmlformats.org/officeDocument/2006/relationships/notesSlide" Target="/ppt/notesSlides/notesSlide2.xml" Id="R99905ff8cf3c4f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c74e0a4274ac7" /><Relationship Type="http://schemas.openxmlformats.org/officeDocument/2006/relationships/notesSlide" Target="/ppt/notesSlides/notesSlide3.xml" Id="R5df61137cf6942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4796678c6469d" /><Relationship Type="http://schemas.openxmlformats.org/officeDocument/2006/relationships/image" Target="/ppt/media/image3.png" Id="R9a03078a5e3341f2" /><Relationship Type="http://schemas.openxmlformats.org/officeDocument/2006/relationships/notesSlide" Target="/ppt/notesSlides/notesSlide4.xml" Id="R15002ed8dda54a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13d3a85664428" /><Relationship Type="http://schemas.openxmlformats.org/officeDocument/2006/relationships/image" Target="/ppt/media/image4.png" Id="Re357b0c7cf274405" /><Relationship Type="http://schemas.openxmlformats.org/officeDocument/2006/relationships/notesSlide" Target="/ppt/notesSlides/notesSlide5.xml" Id="Rf0daa4ff977446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fd064805e48be" /><Relationship Type="http://schemas.openxmlformats.org/officeDocument/2006/relationships/notesSlide" Target="/ppt/notesSlides/notesSlide6.xml" Id="Rf00e3151a1af43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1491373934616" /><Relationship Type="http://schemas.openxmlformats.org/officeDocument/2006/relationships/image" Target="/ppt/media/image5.png" Id="Rb297546980fd4eb6" /><Relationship Type="http://schemas.openxmlformats.org/officeDocument/2006/relationships/notesSlide" Target="/ppt/notesSlides/notesSlide7.xml" Id="R834b4548dc4740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1548a515b4af6" /><Relationship Type="http://schemas.openxmlformats.org/officeDocument/2006/relationships/image" Target="/ppt/media/image6.png" Id="R0e2a033e6d3e4cc9" /><Relationship Type="http://schemas.openxmlformats.org/officeDocument/2006/relationships/notesSlide" Target="/ppt/notesSlides/notesSlide8.xml" Id="R2948747a479b47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864e6d28e42cc" /><Relationship Type="http://schemas.openxmlformats.org/officeDocument/2006/relationships/notesSlide" Target="/ppt/notesSlides/notesSlide9.xml" Id="Rc0916961eafc4d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34e8f1e0140f1" /><Relationship Type="http://schemas.openxmlformats.org/officeDocument/2006/relationships/notesSlide" Target="/ppt/notesSlides/notesSlide10.xml" Id="Ra65b8088491c4a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0dbf7f15d4e84" /><Relationship Type="http://schemas.openxmlformats.org/officeDocument/2006/relationships/notesSlide" Target="/ppt/notesSlides/notesSlide11.xml" Id="Rcc21fc94a90e49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2bf9c9c8b453e" /><Relationship Type="http://schemas.openxmlformats.org/officeDocument/2006/relationships/notesSlide" Target="/ppt/notesSlides/notesSlide12.xml" Id="Rde4026574bd341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7A776-2A53-4AA3-BD2B-828AFB38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3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301752aed4abc"/>
          <a:srcRect xmlns:a="http://schemas.openxmlformats.org/drawingml/2006/main" l="23111" t="0" r="231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0" y="0"/>
            <a:ext cx="65532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B9AAC-D4AB-4FC3-A572-4800027F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9F01E-A1C7-4EE7-B0EE-AB80EDB5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571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AD6F0-23F9-43DC-980C-A76A938B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赛道 2 | AI 智能体应用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BA4C7-53A9-47B5-B416-2D786544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RDK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0867B-45C2-415D-A7B5-8E6477AC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自然语言意图转化为 RDK 开发板上经过验证的动作。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021C4-A019-46E8-83EC-24FB1BAC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9107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9B19D-2C9F-48AB-855B-84A15202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4DA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4DAE3"/>
                </a:solidFill>
                <a:latin typeface="Helvetica Neue"/>
                <a:ea typeface="Helvetica Neue"/>
                <a:cs typeface="Helvetica Neue"/>
              </a:rPr>
              <a:t>私有 RADEON 目标  /  工具调用  /  多步规划  /  有界权限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797CB-FB61-4B70-90F1-E8CC0686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EB6C2"/>
                </a:solidFill>
                <a:latin typeface="Helvetica Neue"/>
                <a:ea typeface="Helvetica Neue"/>
                <a:cs typeface="Helvetica Neue"/>
              </a:rPr>
              <a:t>d-robotics agent</a:t>
            </a:r>
          </a:p>
        </p:txBody>
      </p:sp>
    </p:spTree>
    <p:extLst>
      <p:ext uri="{BB962C8B-B14F-4D97-AF65-F5344CB8AC3E}">
        <p14:creationId xmlns:p14="http://schemas.microsoft.com/office/powerpoint/2010/main" val="5106498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918A2-15C0-4E2B-B906-B93AE725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078F0-2493-40DD-BA45-3CE754F7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命名故事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2B58A-7E52-47A2-9484-CBC38C8B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Sophon 成为透明的设备桥梁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7C9C9-BE34-4B82-91FE-0BEB8294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把文学构想映射为设备所有者控制的板端子系统。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AED63-BBB5-4042-9927-A9AC2496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EB8C1-1ACF-4407-9524-C265794C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FE159-E9DD-4026-BC50-AD46A471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rPr>
              <a:t>文学隐喻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FF018-6888-477A-AE90-6B8B4A2C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一个信使被发送到地球，用于观察与通信。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D29AD-4307-43EE-9852-51A85E4E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5FDE9-90E5-4F7E-8E33-183FB41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RDK-SOPHON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6CCDB-DEC5-4E20-90DE-DF4B9DFD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probe-daemon 驻留在开发板，观察遥测并向 rdk-agent 提供受治理动作。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BD1CB-1380-4846-9CCD-929F7000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1E726-433A-4690-BA13-593FD184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关键区别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7F84A-9617-419B-AE93-0FE51670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透明、可审计、可回滚，由设备所有者部署，绝不是隐蔽监控。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814E5-DE9A-492B-81E9-A2310A4E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76425"/>
            <a:ext cx="5943600" cy="4162425"/>
          </a:xfrm>
          <a:prstGeom xmlns:a="http://schemas.openxmlformats.org/drawingml/2006/main" prst="roundRect">
            <a:avLst>
              <a:gd name="adj" fmla="val 18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95f166849456f"/>
          <a:srcRect xmlns:a="http://schemas.openxmlformats.org/drawingml/2006/main" l="9763" t="0" r="9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885950"/>
            <a:ext cx="5924550" cy="4143375"/>
          </a:xfrm>
          <a:prstGeom xmlns:a="http://schemas.openxmlformats.org/drawingml/2006/main" prst="roundRect">
            <a:avLst>
              <a:gd name="adj" fmla="val 183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BADA6-867C-4D3C-87C5-003C24DD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115050"/>
            <a:ext cx="592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项目原创 AI 概念图，未使用小说或改编作品的官方资产。rdk-sophon 仅是板端子系统名称。</a:t>
            </a:r>
          </a:p>
        </p:txBody>
      </p:sp>
    </p:spTree>
    <p:extLst>
      <p:ext uri="{BB962C8B-B14F-4D97-AF65-F5344CB8AC3E}">
        <p14:creationId xmlns:p14="http://schemas.microsoft.com/office/powerpoint/2010/main" val="1147872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396A7-F964-4BAA-97FE-7A9635CE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0FA7A-5D70-483C-9C42-06AEBBF0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EA344-397E-4D54-A239-EDFF0182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一个需求要跨越五次脆弱交接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D9FE1-F19B-46C6-AB2B-E32E2770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一个小动作也必须经受意图、代码、证据、部署和实体验收。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B82C5-9031-44C4-9FC9-A41B4CC3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BD26B-8E60-4D30-B38A-60854837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54584-E45E-4496-8723-3D45F0D2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984A9-A3F3-435C-AD12-667C8DCE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意图可能漂移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E4E6F-911C-4D5A-BEBB-A57036ED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自然语言可能丢失左右方向、作用范围或预期设备契约。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CEAC6-4572-4B9D-9EF9-0374043E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072AE-D989-4AD4-9274-EA53818B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FA15F-7634-478A-92DD-B3FD8E1A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861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代码可能过度声称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FB8E9-80D1-4094-8DCB-0DDEB57F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7667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模型可能在未运行可执行检查、未保留原始行为时声称“已通过”。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B9380-F521-43E0-9C4E-686A6FA9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0DB0F-1AED-41DC-8235-80364656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10CE5-0978-4C66-A2C2-B72AB8CF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部署可能破坏信任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BB27B-E388-496F-AA8F-DCBBE6DA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7667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一个有效文件还不是确定性软件包、原子发布、已安装 Skill 或已验证板端结果。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18A60-ADFB-4728-8744-49FACD45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15199-2B4E-4A10-BA9F-4C9A1DA1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RDK Agent 把这些交接合并为一条具备有界重试和可执行证据的受治理路径。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5C7A4-8033-4A22-A9CC-C0D7C894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6EE63-6DEF-4A1A-9249-6CE6E97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智能体黑客松 | 赛道 2</a:t>
            </a:r>
          </a:p>
        </p:txBody>
      </p:sp>
    </p:spTree>
    <p:extLst>
      <p:ext uri="{BB962C8B-B14F-4D97-AF65-F5344CB8AC3E}">
        <p14:creationId xmlns:p14="http://schemas.microsoft.com/office/powerpoint/2010/main" val="756872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C7B09-5BCA-46D2-B0C8-C54D9953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EC3D1-9FAA-478A-A29F-BC2B107D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9E05A-E945-477A-8116-500D38D7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推理保持私有，板端权限留在本地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0B9E9-419E-46AC-A873-46266201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主机负责编排，目标 Radeon 端点提供模型，rdk-sophon 守住设备契约。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2681D-AA42-40DC-8266-11529321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3078a5e3341f2"/>
          <a:stretch xmlns:a="http://schemas.openxmlformats.org/drawingml/2006/main"/>
        </p:blipFill>
        <p:spPr>
          <a:xfrm xmlns:a="http://schemas.openxmlformats.org/drawingml/2006/main">
            <a:off x="2082800" y="1943100"/>
            <a:ext cx="80264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56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7F772-31AC-49F3-B4E5-2E51B5CA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991CE-363A-4585-88EA-F0619740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EAC09-C65D-46A6-8F6F-5AF5756A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五个节点让交付可重复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0FEAC-B7E7-4217-B148-22E774F4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一次有界动作包 TDD 循环之后，依次执行四个确定性交付与验收节点。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171B6-B80E-46D2-A1E4-C40CB289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7b0c7cf274405"/>
          <a:stretch xmlns:a="http://schemas.openxmlformats.org/drawingml/2006/main"/>
        </p:blipFill>
        <p:spPr>
          <a:xfrm xmlns:a="http://schemas.openxmlformats.org/drawingml/2006/main">
            <a:off x="2082800" y="1981200"/>
            <a:ext cx="80264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83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F3F5D-04B1-47CB-AA7B-6A4428D4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EDB36-97E5-483C-8C99-A9E0E7AD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安全模型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7274B-5AF3-41FF-BFAA-0F062494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提示词之下的控制确保权限有界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E47D4-8826-429F-97E3-C60E44EE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模型可以提出方案；由软件强制执行的范围、策略与证据决定能否继续。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9D31B-ED50-4E2A-A4F6-7B486DA7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7E4FC-A16C-4132-A099-9F09E7D8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84BFC-2864-4C19-8B5D-F8CA4F72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AE105-14C4-4238-BBF9-8A5614E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965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543B1-0DD0-46FC-83C1-22669B38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47875"/>
            <a:ext cx="920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面向不同智能体的工具、Skill 与可写路径白名单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55047-FF41-4100-A945-26EB1E5B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AC565-0E77-4CC7-B077-5000730F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沙箱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3BDC5-3C75-449C-ADA3-A9C8EBFA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81300"/>
            <a:ext cx="965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AA848-DF4F-4BEC-B54E-5FEB8492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90825"/>
            <a:ext cx="920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离线、只读 Podman 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4419C-5A58-464D-8097-3F6BF81A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FB38A-4771-4687-91DF-6ABE96F6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449F9-D5BF-46B0-8E66-E02DBED0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24250"/>
            <a:ext cx="965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BA084-D013-461F-9E89-2B98E38F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33775"/>
            <a:ext cx="920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ACTION-DIRECTION-001 阻止相反方向动作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CD72D-3DBF-4436-A637-2B05900D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5D177-FCD4-414F-B4A9-2CB38F4F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672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C969D-481D-4376-A8A5-9250C522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67200"/>
            <a:ext cx="965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5FB672-3C20-4BC7-8662-6FA5078A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76725"/>
            <a:ext cx="920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可执行检查控制软件包阶段推进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7325C1-FCF2-487A-A4FF-24C84322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3EE8E-3A7C-4955-8CED-5B81CB89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设备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F32BC-49E5-4035-9D31-9258A576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10150"/>
            <a:ext cx="965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BC549-6A99-4E68-972A-35F8B997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19675"/>
            <a:ext cx="920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probe-daemon 只提供已注册插件与动作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197F6-966E-416A-BB29-78664DFF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776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8C577-E6DD-4E74-94DB-69382D88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89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rPr>
              <a:t>边界：传输认证与常规逐动作人工审批仍属于后续规划。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E02C25-DEF9-46F9-ACD4-F0F7DDC9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20035-87E2-46C5-8B4C-DC3B1A0C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智能体黑客松 | 赛道 2</a:t>
            </a:r>
          </a:p>
        </p:txBody>
      </p:sp>
    </p:spTree>
    <p:extLst>
      <p:ext uri="{BB962C8B-B14F-4D97-AF65-F5344CB8AC3E}">
        <p14:creationId xmlns:p14="http://schemas.microsoft.com/office/powerpoint/2010/main" val="17325125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3562C-E92C-4B40-8892-7373C142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F2E53-2B9D-4963-9CB6-566F990A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仓库证据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78872-90B3-4509-9925-E92ECCB3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两个工作区共 196 项测试通过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1DD24-2A7C-4DC3-8CA8-F42DB9D8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最新验证：134 项 TypeScript 测试、62 项 Rust 测试，以及 Clippy 和 release 构建。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C5713-955B-449D-8633-2DD56CC1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7546980fd4eb6"/>
          <a:stretch xmlns:a="http://schemas.openxmlformats.org/drawingml/2006/main"/>
        </p:blipFill>
        <p:spPr>
          <a:xfrm xmlns:a="http://schemas.openxmlformats.org/drawingml/2006/main">
            <a:off x="1714500" y="1907381"/>
            <a:ext cx="8763000" cy="4929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6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9CF3F-3B63-429D-958F-2F1E5703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8A3E6-A4B0-400A-9CB9-4AE92C6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设备证据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3CE7D-B26A-4EBF-94A8-9B56BBF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真实 RDK X5 通过板端契约正常响应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1A5E0-86F4-45C3-8D28-E4235EEC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只读 ping、state 与插件发现均成功，敏感标识已移除。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E691D-E66E-412F-85F0-82061E5A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a033e6d3e4cc9"/>
          <a:stretch xmlns:a="http://schemas.openxmlformats.org/drawingml/2006/main"/>
        </p:blipFill>
        <p:spPr>
          <a:xfrm xmlns:a="http://schemas.openxmlformats.org/drawingml/2006/main">
            <a:off x="1714500" y="1907381"/>
            <a:ext cx="8763000" cy="4929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80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D5D552-3666-40F6-9AF1-B4556C42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B52DC-35B4-4902-AC5B-14A64E84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AMD RADEON + ROCM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841DC-1CF9-4EFB-A21F-607E1DB4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两条 Qwen3 模型路径均已成功跑通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1CB49-2B04-4CA5-9740-A9CE12C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80B 单 GPU 服务与自训练 32B SFT 的 Agent 实机工作流分别具备证据。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41393-016D-427E-8AE0-8A026BF5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9CA87-0E1C-4DFB-950B-6B9295CB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6863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BDEB8-8E3C-43B7-B77F-481D0828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581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5B89E-8889-4787-A5FB-86ADBEC5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两种模型均已跑通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F1A71-6DB2-436C-BA72-1835646E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Qwen3-Next-80B-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A3B-Instruct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ED587-F9B4-48B9-9C75-D7C21488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rPr>
              <a:t>提供方  amd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rPr>
              <a:t>API       兼容 OpenAI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rPr>
              <a:t>上下文    131,072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rPr>
              <a:t>最大输出  8,192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43B4A-8EA5-45F3-9468-5C4A244F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619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51C37-DF56-4439-B539-363FB4DB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RDK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2C391-F411-4562-9976-A7B9D91D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28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45B60-4AA4-4D76-B8FC-A68771F2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152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174A4-B14F-4298-9AE9-C46FFD39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619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14383-E103-4314-92B5-3A94ED42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OpenAI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2C07D-666A-4930-B315-67143642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AC716-BA21-436F-9DBB-6462EB83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52750"/>
            <a:ext cx="152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5E331-B05C-4583-A30D-EDE64E22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86050"/>
            <a:ext cx="1619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3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E9E37-332C-40F7-B982-A992D43A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vLLM + ROCm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95B29-CA1F-43B9-AAD2-FA6641E0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5810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9939B-1955-4E4C-B2DF-15781CF2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71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A36A"/>
                </a:solidFill>
                <a:latin typeface="Helvetica Neue"/>
                <a:ea typeface="Helvetica Neue"/>
                <a:cs typeface="Helvetica Neue"/>
              </a:rPr>
              <a:t>已封存证据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84A0E-8595-400A-A0DA-C8AE6966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80B：单张 Radeon 的 llama.cpp 指标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32B SFT：Agent 实机 5/5 节点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私有 vLLM 来源信息单独标注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4D81BE-5C14-46F5-A6E0-4C213ACD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B66852-7AFF-45B9-A76B-28FA8F36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智能体黑客松 | 赛道 2</a:t>
            </a:r>
          </a:p>
        </p:txBody>
      </p:sp>
    </p:spTree>
    <p:extLst>
      <p:ext uri="{BB962C8B-B14F-4D97-AF65-F5344CB8AC3E}">
        <p14:creationId xmlns:p14="http://schemas.microsoft.com/office/powerpoint/2010/main" val="20725287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6C10E-03A3-45E1-A901-F55D7308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0757B-E679-472E-91E5-857F7D9F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性能优化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6896F-D518-4423-ACC6-C5AA42D6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两条 Radeon 路径均取得实测提升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9658B-CC96-4C64-BB9D-6D283F80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32B SFT 改善用户可见 TTFT；80B 单 GPU 服务提升解码吞吐量。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E2E67-70D3-4237-9D5B-1F6AC1C5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CF509-D4CE-409D-9595-DFC7DC92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32766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C2EF1-E9FB-4D4E-91EC-95998727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32B TTFT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A04A9-9382-4207-8F6F-0F4D06E6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17.41 -&gt; 8.26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7945D-2BE1-4A3D-84C7-1BF8FD9C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p50，每臂 88 次试验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E6606-3F34-42DB-B97F-959460B9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32766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7FE7D-D214-486C-B0F9-BD7B99FE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80B TOK/S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EB662-0377-49DD-8882-655E8046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37.19 -&gt; 49.82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61254-A1EF-47D7-BB24-D7F03176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48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解码，每臂 5 次实测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7E959-1AD1-4431-94DF-E745B04D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32766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D9160-9395-4CE4-9B2B-FE33F823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AGENT 5/5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A7D23-12B9-424D-9D37-9638BF48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总计 4:04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4984A-65FD-4156-BFA0-E5512FA5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48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X5 上的 32B SFT 工作流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7635F-0618-4600-93CA-F1B97FA8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776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702F6-2F5A-46D9-908A-6B725497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rPr>
              <a:t>证据范围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81937-0398-4921-9951-5C549BA1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625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32B 与 80B 运行分别保留运行时、协议与实测记录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3A0351-179B-476E-B8D8-BC7608A3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B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9B92"/>
                </a:solidFill>
                <a:latin typeface="Helvetica Neue"/>
                <a:ea typeface="Helvetica Neue"/>
                <a:cs typeface="Helvetica Neue"/>
              </a:rPr>
              <a:t>不作跨运行时速度比较；私有 VLLM 来源信息单独标注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C6293-E2D2-42C5-82A3-994BA9E6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8BCF1-8AAA-4326-A28C-E74A2580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智能体黑客松 | 赛道 2</a:t>
            </a:r>
          </a:p>
        </p:txBody>
      </p:sp>
    </p:spTree>
    <p:extLst>
      <p:ext uri="{BB962C8B-B14F-4D97-AF65-F5344CB8AC3E}">
        <p14:creationId xmlns:p14="http://schemas.microsoft.com/office/powerpoint/2010/main" val="10662848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98DC2-76DB-4594-A1FF-4C337515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F3B50-DA42-4D31-8B96-963030E1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AA436-0E8E-4D37-8A23-E3B40F7E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视频证明完整闭环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974AE-89AA-4F54-88B9-3906F41E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3 分 07 秒的公开视频提供两个独立访问地址。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8811F-8087-4501-856E-7ED5F146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6A72C-F657-4840-A414-9373F6BC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7C901-C846-471B-A86E-70ECD950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rPr>
              <a:t>公开视频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A5A1F-D587-44CD-9300-6FA167D8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95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 站 BV1t3up6iEhy  |  百度云备用地址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C6D46-9E76-4691-865E-4DA5A381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1C3C8-6A63-43D1-95D0-BAF6DB91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2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C166D-F4D9-479D-9E69-DE4BBF66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0:00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C5C64-DC60-48AA-8B45-F3471756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意图 + 流程图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97D79-445E-4481-84C3-A4F3D47C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展示需求、语义门控与有界 TDD 进度。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4C154-76A0-4859-8A05-35CA6AB9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62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CAF02-40D1-4FE6-A4CC-821C1A75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1:15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F0385-3063-4481-A0F2-67C9B942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433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构建 + 部署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F9500-EC40-4668-9F31-C368E2F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展示可执行检查、软件包验证、发布与 Skill 安装。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AEB25-12C4-44A7-B741-A436D11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62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65B9E-0D85-490C-BA41-428FEBD9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43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2:45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FB932-ED0F-42DD-95BC-3584C65A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33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验收 + 证明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7147D-D8C5-4425-A96B-439576E8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展示 CLI/自然语言验收、板端结果与脱敏 Radeon/ROCm 证据。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9A381-1B7D-4C42-A049-51DB591F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2776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0F3F5-CCFF-4327-80CA-7DF659D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隐私检查：遮盖密钥、私有 URL、邮箱、MAC 地址及不必要的内网 IP。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42BD9-476B-4157-9D11-C036C321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B83EB2-94C6-42C0-AC92-0CBC5DE5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智能体黑客松 | 赛道 2</a:t>
            </a:r>
          </a:p>
        </p:txBody>
      </p:sp>
    </p:spTree>
    <p:extLst>
      <p:ext uri="{BB962C8B-B14F-4D97-AF65-F5344CB8AC3E}">
        <p14:creationId xmlns:p14="http://schemas.microsoft.com/office/powerpoint/2010/main" val="295694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FC3E5-A3D6-48CD-9CB6-DDC0E670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2190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26F64-7D94-41AD-AAD8-5D37F62F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赛道 2 | 提交材料就绪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86911-B8EC-4EC2-B53C-9B107A8E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9715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一条受治理路径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从意图到板端动作。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50D7C-DBFC-4BA9-B461-D7DB28BB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6CFF1-0067-43EF-B743-E53E11E5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私有推理。确定性交付。真实开发板证据。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AFD88-0AF4-4572-A603-E05AE7C1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87D00-4C62-4DD2-851D-D8DC7F56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团队：d-robotics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FAB8A-B90A-42D9-A096-5CF7F94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E31F4-9C96-4ACD-AC39-91D06541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公开视频：主地址 + 备用地址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9050E-BB7D-47EE-B254-478D784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D56B6-5BD9-43E5-A26A-D2C04D93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02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32B SFT + 80B Radeon 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A26FA-7D7D-4BFE-96A1-9294272E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67250"/>
            <a:ext cx="4267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33EFE-E131-47D7-BCAF-84E85652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9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rPr>
              <a:t>下一步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FF3EF-A772-4C75-9EE1-FEA469D5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578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完成最终完整性复核，然后发起正式赛道 2 Pull Request。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66323-173F-4825-9D7F-BA1E3121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5EEA7-FC1E-49C5-AD59-1C96458A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智能体黑客松 | 赛道 2</a:t>
            </a:r>
          </a:p>
        </p:txBody>
      </p:sp>
    </p:spTree>
    <p:extLst>
      <p:ext uri="{BB962C8B-B14F-4D97-AF65-F5344CB8AC3E}">
        <p14:creationId xmlns:p14="http://schemas.microsoft.com/office/powerpoint/2010/main" val="1455026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2026-08-06T14:53:04.2060000Z</dcterms:created>
  <dcterms:modified xsi:type="dcterms:W3CDTF">2026-08-06T14:53:04.2060000Z</dcterms:modified>
</coreProperties>
</file>