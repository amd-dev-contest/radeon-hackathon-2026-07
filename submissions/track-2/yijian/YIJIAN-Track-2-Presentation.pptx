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d597150ba74b4e" /><Relationship Type="http://schemas.openxmlformats.org/officeDocument/2006/relationships/extended-properties" Target="/docProps/app.xml" Id="Rdd137f80c99d443f" /><Relationship Type="http://schemas.openxmlformats.org/officeDocument/2006/relationships/officeDocument" Target="/ppt/presentation.xml" Id="R9b4887bad03c41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f2b74cf0f54a18"/>
  </p:sldMasterIdLst>
  <p:notesMasterIdLst>
    <p:notesMasterId xmlns:r="http://schemas.openxmlformats.org/officeDocument/2006/relationships" r:id="Rd55ef4fbd6d14857"/>
  </p:notesMasterIdLst>
  <p:sldIdLst>
    <p:sldId xmlns:r="http://schemas.openxmlformats.org/officeDocument/2006/relationships" id="256" r:id="Rfa0f548d51d24b31"/>
    <p:sldId xmlns:r="http://schemas.openxmlformats.org/officeDocument/2006/relationships" id="257" r:id="Rcc6d2b389f3e4997"/>
    <p:sldId xmlns:r="http://schemas.openxmlformats.org/officeDocument/2006/relationships" id="258" r:id="Rab72f63ce01e4e63"/>
    <p:sldId xmlns:r="http://schemas.openxmlformats.org/officeDocument/2006/relationships" id="259" r:id="R443899340fa14ca3"/>
    <p:sldId xmlns:r="http://schemas.openxmlformats.org/officeDocument/2006/relationships" id="260" r:id="R3d3bc80d2f214875"/>
    <p:sldId xmlns:r="http://schemas.openxmlformats.org/officeDocument/2006/relationships" id="261" r:id="R4c056a693fe149e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a22ffb9d5040d9" /><Relationship Type="http://schemas.openxmlformats.org/officeDocument/2006/relationships/slideMaster" Target="/ppt/slideMasters/slideMaster1.xml" Id="R8ef2b74cf0f54a18" /><Relationship Type="http://schemas.openxmlformats.org/officeDocument/2006/relationships/notesMaster" Target="/ppt/notesMasters/notesMaster1.xml" Id="Rd55ef4fbd6d14857" /><Relationship Type="http://schemas.openxmlformats.org/officeDocument/2006/relationships/presProps" Target="/ppt/presProps.xml" Id="Ra34124b6f77d4eda" /><Relationship Type="http://schemas.openxmlformats.org/officeDocument/2006/relationships/tableStyles" Target="/ppt/tableStyles.xml" Id="R024a45fd13ce4ae8" /><Relationship Type="http://schemas.openxmlformats.org/officeDocument/2006/relationships/slide" Target="/ppt/slides/slide1.xml" Id="Rfa0f548d51d24b31" /><Relationship Type="http://schemas.openxmlformats.org/officeDocument/2006/relationships/slide" Target="/ppt/slides/slide2.xml" Id="Rcc6d2b389f3e4997" /><Relationship Type="http://schemas.openxmlformats.org/officeDocument/2006/relationships/slide" Target="/ppt/slides/slide3.xml" Id="Rab72f63ce01e4e63" /><Relationship Type="http://schemas.openxmlformats.org/officeDocument/2006/relationships/slide" Target="/ppt/slides/slide4.xml" Id="R443899340fa14ca3" /><Relationship Type="http://schemas.openxmlformats.org/officeDocument/2006/relationships/slide" Target="/ppt/slides/slide5.xml" Id="R3d3bc80d2f214875" /><Relationship Type="http://schemas.openxmlformats.org/officeDocument/2006/relationships/slide" Target="/ppt/slides/slide6.xml" Id="R4c056a693fe149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67f692c3574b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3c702d59d048a4" /><Relationship Type="http://schemas.openxmlformats.org/officeDocument/2006/relationships/notesMaster" Target="/ppt/notesMasters/notesMaster1.xml" Id="R994b272b6dc34f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6764d36e7f49fd" /><Relationship Type="http://schemas.openxmlformats.org/officeDocument/2006/relationships/notesMaster" Target="/ppt/notesMasters/notesMaster1.xml" Id="Rec6ffbdc7f0044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b35810c8b44f55" /><Relationship Type="http://schemas.openxmlformats.org/officeDocument/2006/relationships/notesMaster" Target="/ppt/notesMasters/notesMaster1.xml" Id="Rc470623d541047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9313755bf942fe" /><Relationship Type="http://schemas.openxmlformats.org/officeDocument/2006/relationships/notesMaster" Target="/ppt/notesMasters/notesMaster1.xml" Id="R936b8213959d40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9e17aabdec4b28" /><Relationship Type="http://schemas.openxmlformats.org/officeDocument/2006/relationships/notesMaster" Target="/ppt/notesMasters/notesMaster1.xml" Id="R171ea583084e41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f48f650dbdd4d36" /><Relationship Type="http://schemas.openxmlformats.org/officeDocument/2006/relationships/notesMaster" Target="/ppt/notesMasters/notesMaster1.xml" Id="Reaff0638de0348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product promise: engine strength becomes a teachable reason.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YIJIAN local project architecture, benchmark scripts and acceptance evidence, accessed 2026-08-03.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board, evidence, teaching card, variation controls and dialogue share one position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YIJIAN product screenshot, accessed 2026-08-03.</a:t>
            </a:r>
          </a:p>
          <a:p xmlns:a="http://schemas.openxmlformats.org/drawingml/2006/main">
            <a:r>
              <a:t>- YIJIAN local project architecture, accessed 2026-08-03.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Stress the boundary: facts, heuristics and prose are deliberately separate.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YIJIAN local project architecture, benchmark scripts and acceptance evidence, accessed 2026-08-03.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Track 2 agent loop: tool use, state, reasoning support, validation and fallback.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YIJIAN local project architecture, benchmark scripts and acceptance evidence, accessed 2026-08-03.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overclaim: the six-case coach benchmark is a constructed acceptance set.</a:t>
            </a:r>
          </a:p>
          <a:p xmlns:a="http://schemas.openxmlformats.org/drawingml/2006/main">
            <a:r>
              <a:t>Also mention 373 automated regression tests and 6/6 acceptance cases.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YIJIAN local project architecture, benchmark scripts and acceptance evidence, accessed 2026-08-03.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returning to the human outcome, not the benchmark.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YIJIAN local project architecture, benchmark scripts and acceptance evidence, accessed 2026-08-03.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96de0731c441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47abe9fe5d4a66" /><Relationship Type="http://schemas.openxmlformats.org/officeDocument/2006/relationships/slideLayout" Target="/ppt/slideLayouts/slideLayout1.xml" Id="R61b48eb8464e42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b48eb8464e42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aeaba1f141448d" /><Relationship Type="http://schemas.openxmlformats.org/officeDocument/2006/relationships/notesSlide" Target="/ppt/notesSlides/notesSlide1.xml" Id="R2e538f94c0b343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617719d52041ff" /><Relationship Type="http://schemas.openxmlformats.org/officeDocument/2006/relationships/image" Target="/ppt/media/image.png" Id="Ra8456505a54440bc" /><Relationship Type="http://schemas.openxmlformats.org/officeDocument/2006/relationships/notesSlide" Target="/ppt/notesSlides/notesSlide2.xml" Id="Red4b24e6962945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4937b8b900417e" /><Relationship Type="http://schemas.openxmlformats.org/officeDocument/2006/relationships/notesSlide" Target="/ppt/notesSlides/notesSlide3.xml" Id="R64f2752d583a4e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ac0b08a1db4bc4" /><Relationship Type="http://schemas.openxmlformats.org/officeDocument/2006/relationships/notesSlide" Target="/ppt/notesSlides/notesSlide4.xml" Id="Refdc740dee8241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5ffe0424f74e86" /><Relationship Type="http://schemas.openxmlformats.org/officeDocument/2006/relationships/notesSlide" Target="/ppt/notesSlides/notesSlide5.xml" Id="Re04d68053bc548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cc2d95321c480e" /><Relationship Type="http://schemas.openxmlformats.org/officeDocument/2006/relationships/notesSlide" Target="/ppt/notesSlides/notesSlide6.xml" Id="R6f5f3cb38b64497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2A4868DE-0426-4724-BA28-8C7B0CD9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YIJIAN:
From superhuman Go to
human understanding.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735E0641-5AC2-4743-B146-2E0F9BCF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private, evidence-grounded AI Go coach on AMD Radeon.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17809345-7972-4C01-A957-CB523649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AMD AI DEVMASTER HACKATHON 2026 / TRACK 2</a:t>
            </a:r>
          </a:p>
        </p:txBody>
      </p:sp>
    </p:spTree>
    <p:extLst>
      <p:ext uri="{BB962C8B-B14F-4D97-AF65-F5344CB8AC3E}">
        <p14:creationId xmlns:p14="http://schemas.microsoft.com/office/powerpoint/2010/main" val="182665196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2A426F52-43BE-4C77-8C6D-94900C83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68C0421-704E-4542-8898-E03B6F5F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Engines need a teaching layer.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4F0840BA-FC4E-404C-8C0C-6B488DC3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9D4DB213-EE70-4BE1-89F1-96DBC418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Engines rank moves. Learners need reasons.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Generic LLMs may confuse the played move with the AI move, invent a board relationship, or discuss the wrong region. YIJIAN reconstructs the position and grounds every answer in server-built evidence before the model writes a word.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456505a54440bc"/>
          <a:stretch xmlns:a="http://schemas.openxmlformats.org/drawingml/2006/main"/>
        </p:blipFill>
        <p:spPr>
          <a:xfrm xmlns:a="http://schemas.openxmlformats.org/drawingml/2006/main">
            <a:off x="6269069" y="1477213"/>
            <a:ext cx="5539740" cy="3465424"/>
          </a:xfrm>
          <a:prstGeom xmlns:a="http://schemas.openxmlformats.org/drawingml/2006/main" prst="roundRect">
            <a:avLst>
              <a:gd name="adj" fmla="val 3279"/>
            </a:avLst>
          </a:prstGeom>
        </p:spPr>
      </p:pic>
    </p:spTree>
    <p:extLst>
      <p:ext uri="{BB962C8B-B14F-4D97-AF65-F5344CB8AC3E}">
        <p14:creationId xmlns:p14="http://schemas.microsoft.com/office/powerpoint/2010/main" val="195376523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A4BACE3B-A937-4381-ACE5-8807E004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1D315DA9-3227-40D5-A181-CAF05508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Three layers turn engine output into a defensible lesson.</a:t>
            </a:r>
          </a:p>
        </p:txBody>
      </p:sp>
      <p:sp>
        <p:nvSpPr>
          <p:cNvPr id="3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FABED099-8B60-4C92-978C-E5F750DF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ENGINE AUTHORITY
KataGo owns candidates, visits, win rate, score lead and variations.</a:t>
            </a:r>
          </a:p>
        </p:txBody>
      </p:sp>
      <p:sp>
        <p:nvSpPr>
          <p:cNvPr id="4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E6C6F50F-BB09-4F46-BD06-10F04CAC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TEACHING EVIDENCE
The server owns the subject, board region, Go rules and move relationships.</a:t>
            </a:r>
          </a:p>
        </p:txBody>
      </p:sp>
      <p:sp>
        <p:nvSpPr>
          <p:cNvPr id="5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592D609F-4F0F-4297-A672-BA5E1B6E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LANGUAGE EXPRESSION
Qwen explains the evidence; it cannot rewrite coordinates or numbers.</a:t>
            </a:r>
          </a:p>
        </p:txBody>
      </p:sp>
      <p:sp>
        <p:nvSpPr>
          <p:cNvPr id="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E65B30B5-5A17-47CB-AE10-EB297086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7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56FB6B70-4989-4117-8E3D-5FB6BD12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ACA24A76-5D3F-4EBD-B070-ED213A9A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131842935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8AE1D345-9738-4719-8ABD-0372FE25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7AEACC5F-DEE1-4519-A25F-8327FB26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agent gathers, explains and verifies before it answers.</a:t>
            </a:r>
          </a:p>
        </p:txBody>
      </p:sp>
      <p:cxnSp>
        <p:nvCxnSpPr>
          <p:cNvPr id="18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02715554-786A-4159-9237-22058C6D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D1EE2949-2100-4F9F-9E86-7FFC3823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8ED44D40-AC44-4D4C-B95E-74913547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BB168131-60A6-41A7-A10A-70ADEE0E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E1F2E074-5C04-42AC-8020-BF721D5A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ANALYZE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Replay SGF/GIB. Resolve the exact turn and variation. Ask KataGo for candidates and principal branches.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DA288ADA-E29B-4424-A2A7-90229D12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56F3CCB4-0037-4570-BD8B-19DAAAF0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GROUND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Build a traceable teaching context: subject move, regions, local groups, rules, metrics and variation evidence.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2C91775F-7A2C-40C7-8EBD-61B069FA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C36440E4-4AE1-42B8-9701-D339F79E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EXPLAIN + VERIFY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Qwen adapts to the question. A validator repairs contradictions or returns a deterministic fallback.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93F6E8F8-F689-449E-AB09-E051AAFC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 / EVIDENCE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32D672DB-EB9B-442C-AB57-53FCBDB7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 / TOOL CALLS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9C01EF8A-37B6-4D32-9E13-34C7EB86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 / VALIDATION</a:t>
            </a:r>
          </a:p>
        </p:txBody>
      </p:sp>
    </p:spTree>
    <p:extLst>
      <p:ext uri="{BB962C8B-B14F-4D97-AF65-F5344CB8AC3E}">
        <p14:creationId xmlns:p14="http://schemas.microsoft.com/office/powerpoint/2010/main" val="38024328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048B790E-3BAC-449A-8434-31C389DC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9E89F8D5-6524-44B4-A791-9381C5A7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6F3CD39C-3410-4DC3-88EF-1E5370D7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F935EF4A-D6AD-4200-BF1A-6A7559DB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90659321-DB53-4F9D-AF9F-0DB458748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W7900 runs both the superhuman engine and the local coach.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85DB064A-9C8F-4D02-99E7-C156019A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33 positions
32 visits each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A43A7709-D7F0-4765-BD7C-556FAE15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Coach P95
constructed set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A7A3C49B-60AC-4FE5-9953-2D8CD216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128-visit
critical check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4021D0A3-0EF5-4BA1-B799-22FDCB72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13.55 s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7E602F5A-C5C5-471C-B25A-9CEA3814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2.63 s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9978C1FA-7423-407F-9035-AA6BE318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9.536 s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52CC8A7D-EBE2-4D04-9112-F23C126B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AMD RADEON PRO W7900 48 GB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KataGo v1.16.5 uses the official b40 network through OpenCL. Qwen3.6-27B Q4_K_M runs in llama.cpp through ROCm 7.2.1. GPU work is staged: scan, verify, explain, then cache in SQLite.</a:t>
            </a:r>
          </a:p>
        </p:txBody>
      </p:sp>
    </p:spTree>
    <p:extLst>
      <p:ext uri="{BB962C8B-B14F-4D97-AF65-F5344CB8AC3E}">
        <p14:creationId xmlns:p14="http://schemas.microsoft.com/office/powerpoint/2010/main" val="86909615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621FF044-E82E-4565-A4D0-7677280A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Every superhuman move,
made understandable.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7B5069B2-0D66-44CD-8BED-E30E464A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KataGo authority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Qwen explanation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Radeon privacy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991DA397-92E7-4615-91EF-C9C4518B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YIJIAN</a:t>
            </a:r>
          </a:p>
        </p:txBody>
      </p:sp>
    </p:spTree>
    <p:extLst>
      <p:ext uri="{BB962C8B-B14F-4D97-AF65-F5344CB8AC3E}">
        <p14:creationId xmlns:p14="http://schemas.microsoft.com/office/powerpoint/2010/main" val="19566506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2026-08-03T05:18:19.5220000Z</dcterms:created>
  <dcterms:modified xsi:type="dcterms:W3CDTF">2026-08-03T05:18:19.5220000Z</dcterms:modified>
</coreProperties>
</file>