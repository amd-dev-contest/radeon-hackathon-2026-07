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71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0"/>
            <a:ext cx="1463040" cy="8229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F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RetailConcierge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3AD"/>
                </a:solidFill>
              </a:rPr>
              <a:t>A conversational shopping agent running 100% on AMD — Gemma 4 12B W8A8 INT8 (AMD Quark) on one MI300X.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</a:rPr>
              <a:t>AMD AI DevMaster 2026 · Track 2 — Development &amp; Local Deployment of Private AI Agents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D"/>
                </a:solidFill>
              </a:rPr>
              <a:t>Rajasingh (Solo) · August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3F5"/>
                </a:solidFill>
              </a:rPr>
              <a:t>145,615 products · 576 types · offline · audited · no cloud inference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D"/>
                </a:solidFill>
              </a:rPr>
              <a:t>One agent, five deterministic tools, an offline catalog, and an audit trail.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019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Conversational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“Wireless earbuds under 5k rupees” → structured shopping brief → ranked recommendations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019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Clarification-first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Ambiguous request → exactly ONE precise clarifying question, no guessing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9019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Multi-turn memory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66760" y="2377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Refinement chips continue the same AgentSession — same memory, tighter results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79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Deterministic trust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7548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LLM retrieves; application code screens exact-vs-accessory and ranks. No invented prices.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279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Offline &amp; private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7548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No web calls, no live prices. Every claim grounded in the local catalog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41148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279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Tamper-evident audit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475488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Hash-chained JSONL audit log, verifiable without producer code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D"/>
                </a:solidFill>
              </a:rPr>
              <a:t>Console agent (laptop) → vLLM on the MI300X → offline SQLite catalog. Droplet runs only vLLM + Quark.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0195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1. Agent loop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MAF AgentSession · Microsoft Agent Framework · user query in, recommendation 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363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2. Five tools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extract_brief · find_product_types · find_brands · search_catalog · finalize_recommendations (Pydantic schemas)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37083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3. Inference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84632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vLLM 0.26.0+rocm723 · Gemma 4 12B W8A8 INT8 (Quark 0.12.post1) · --tool-call-parser gemma4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6052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4. Grounding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608076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SQLite FTS5 over 145,615 listings · provenance tracker on every claim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Measured on AMD MI300X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D"/>
                </a:solidFill>
              </a:rPr>
              <a:t>Everything below ran live on the Radeon Cloud 1-Click droplet — ROCm 7.2.3.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E23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49.8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D"/>
                </a:solidFill>
              </a:rPr>
              <a:t>tok/s output (single stream)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E232B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9202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51.0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D"/>
                </a:solidFill>
              </a:rPr>
              <a:t>tok/s peak throughput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E232B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9202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 ms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D"/>
                </a:solidFill>
              </a:rPr>
              <a:t>median TTFT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17373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E232B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19202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1.8×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72600" y="2971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D"/>
                </a:solidFill>
              </a:rPr>
              <a:t>23.9 GB BF16 → 13 GB INT8 (Quark W8A8)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E232B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793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Serving stack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vLLM 0.26.0+rocm723 (upgraded from 0.23) · --quantization quark · prefix caching · chunked prefill · AITER attention · KV-cache auto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32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052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Published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6080760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First AMD Quark W8A8 INT8 of Gemma 4 12B on Hugging Face — rajasingh012/gemma-4-12b-it-quark-w8a8-int8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D"/>
                </a:solidFill>
              </a:rPr>
              <a:t>Local, private, auditable retail intelligence on AMD hardware.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019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Privacy by default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All inference local on MI300X — the catalog and the model never leave your control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9019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Deterministic trust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Ranking is code, not LLM opinion — provably no hallucinated eligibility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879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Reproducible AMD pipeline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One script upgrades vLLM, one quantizes with Quark, one deploys — all in the repo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023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32B"/>
          </a:solidFill>
          <a:ln w="12700">
            <a:solidFill>
              <a:srgbClr val="2A3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1879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</a:rPr>
              <a:t>Open source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4663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9AA3AD"/>
                </a:solidFill>
              </a:rPr>
              <a:t>AGPL-3.0 · public repo · public model · honest evidence boundaries documented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1E232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github.com/rajasingh012/retail-concierge  ·  huggingface.co/rajasingh012/gemma-4-12b-it-quark-w8a8-int8  ·  demo: docs/final_demo.mp4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2026-08-05T16:31:32Z</dcterms:created>
  <dcterms:modified xsi:type="dcterms:W3CDTF">2026-08-05T16:31:32Z</dcterms:modified>
</cp:coreProperties>
</file>