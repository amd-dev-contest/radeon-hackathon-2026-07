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434D"/>
                </a:solidFill>
                <a:latin typeface="Microsoft YaHei"/>
              </a:rPr>
              <a:t>AMD AI DevMaster 2026 · TRACK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E8EAF0"/>
                </a:solidFill>
                <a:latin typeface="Microsoft YaHei"/>
              </a:rPr>
              <a:t>Private RAG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AA0B0"/>
                </a:solidFill>
                <a:latin typeface="Microsoft YaHei"/>
              </a:rPr>
              <a:t>A fully offline, local private multi-agent RAG assistant — built for AMD Radeon / ROCm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— Decompose → Parallel Research → Fact-Check → Synthesize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5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0B0"/>
                </a:solidFill>
                <a:latin typeface="Microsoft YaHei"/>
              </a:rPr>
              <a:t>— Data never leaves the machine · Every sentence auditable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7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— llama.cpp HIP / Ollama ROCm / vLLM · Radeon Cloud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0B0"/>
                </a:solidFill>
                <a:latin typeface="Microsoft YaHei"/>
              </a:rPr>
              <a:t>AMD AI DevMaster 2026 · Track 2 · MENG Yuxuan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Private Data Must Not Cross the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Enterprise and personal data — contracts, specs, internal docs — is precisely the content that cannot go to cloud LLM APIs (regulatory, confidentiality, IP risk).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Cloud RAG compounds it: even "hosted private" means third-party custody of the index and query logs.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Local complex-answer quality must match the cloud: multi-hop reasoning, long-document retrieval, verifiable citations.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Gap: off-the-shelf local chatbots do single-turn retrieval with no grounding guarantees.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71A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 wrap="square"/>
          <a:lstStyle/>
          <a:p>
            <a:pPr algn="ctr"/>
            <a:r>
              <a:rPr sz="1500" b="1">
                <a:solidFill>
                  <a:srgbClr val="F5434D"/>
                </a:solidFill>
                <a:latin typeface="Microsoft YaHei"/>
              </a:rPr>
              <a:t>Cloud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✗ Data egress to third-party APIs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✗ Index + query logs in someone else's custody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✗ Opaque provenance on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71A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 wrap="square"/>
          <a:lstStyle/>
          <a:p>
            <a:pPr algn="ctr"/>
            <a:r>
              <a:rPr sz="1500" b="1">
                <a:solidFill>
                  <a:srgbClr val="4AC98A"/>
                </a:solidFill>
                <a:latin typeface="Microsoft YaHei"/>
              </a:rPr>
              <a:t>This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8006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✓ 100% local inference, zero egress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✓ Deterministic grounding + citation checks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✓ AMD Radeon GPU / ROCm optimized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A Fully Offline Private Multi-Agent RAG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9164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MULTI-AGENT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TRUST-VERIFIED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69164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1E222C"/>
          </a:solidFill>
          <a:ln w="9525">
            <a:solidFill>
              <a:srgbClr val="F5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5434D"/>
                </a:solidFill>
                <a:latin typeface="Microsoft YaHei"/>
              </a:rPr>
              <a:t>AMD ROCm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Ingest PDF / Word / Markdown / Excel / PPT into a local knowledge base (demo corpus: 6 docs · 15 chunks).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Answer complex questions via a four-stage pipeline: Decompose → Parallel Research → Fact-Check → Synthesize.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Hybrid retrieval + cross-encoder rerank retrieves evidence, not just similar text.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Two trust mechanisms — groundedness scoring + citation verification — make every answer auditable.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Runs entirely on one machine: zero cloud dependencies, zero data egress.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2011680" cy="685800"/>
          </a:xfrm>
          <a:prstGeom prst="roundRect">
            <a:avLst>
              <a:gd name="adj" fmla="val 18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Private Docs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97480" y="5349240"/>
            <a:ext cx="457200" cy="256032"/>
          </a:xfrm>
          <a:prstGeom prst="rightArrow">
            <a:avLst/>
          </a:prstGeom>
          <a:solidFill>
            <a:srgbClr val="9A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5120640"/>
            <a:ext cx="2011680" cy="685800"/>
          </a:xfrm>
          <a:prstGeom prst="roundRect">
            <a:avLst>
              <a:gd name="adj" fmla="val 18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Local KB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66360" y="5349240"/>
            <a:ext cx="457200" cy="256032"/>
          </a:xfrm>
          <a:prstGeom prst="rightArrow">
            <a:avLst/>
          </a:prstGeom>
          <a:solidFill>
            <a:srgbClr val="9A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0" y="5120640"/>
            <a:ext cx="2011680" cy="685800"/>
          </a:xfrm>
          <a:prstGeom prst="roundRect">
            <a:avLst>
              <a:gd name="adj" fmla="val 18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RAG Agent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5349240"/>
            <a:ext cx="457200" cy="256032"/>
          </a:xfrm>
          <a:prstGeom prst="rightArrow">
            <a:avLst/>
          </a:prstGeom>
          <a:solidFill>
            <a:srgbClr val="9A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5120640"/>
            <a:ext cx="2011680" cy="685800"/>
          </a:xfrm>
          <a:prstGeom prst="roundRect">
            <a:avLst>
              <a:gd name="adj" fmla="val 18000"/>
            </a:avLst>
          </a:prstGeom>
          <a:solidFill>
            <a:srgbClr val="1E222C"/>
          </a:solidFill>
          <a:ln w="9525">
            <a:solidFill>
              <a:srgbClr val="F5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Verified Answer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Agent Architecture — One Loop,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737360"/>
            <a:ext cx="9966960" cy="713232"/>
          </a:xfrm>
          <a:prstGeom prst="roundRect">
            <a:avLst>
              <a:gd name="adj" fmla="val 16000"/>
            </a:avLst>
          </a:prstGeom>
          <a:solidFill>
            <a:srgbClr val="1E222C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0">
                <a:solidFill>
                  <a:srgbClr val="E8EAF0"/>
                </a:solidFill>
                <a:latin typeface="Microsoft YaHei"/>
              </a:rPr>
              <a:t>UI  — FastAPI + SSE streaming · native HTML/CSS/JS · dark precision theme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06039"/>
            <a:ext cx="9966960" cy="713232"/>
          </a:xfrm>
          <a:prstGeom prst="roundRect">
            <a:avLst>
              <a:gd name="adj" fmla="val 16000"/>
            </a:avLst>
          </a:prstGeom>
          <a:solidFill>
            <a:srgbClr val="1E222C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0">
                <a:solidFill>
                  <a:srgbClr val="E8EAF0"/>
                </a:solidFill>
                <a:latin typeface="Microsoft YaHei"/>
              </a:rPr>
              <a:t>Agent  — memory · planner · tools (rag_search/read_doc/list_docs) · main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474720"/>
            <a:ext cx="9966960" cy="713232"/>
          </a:xfrm>
          <a:prstGeom prst="roundRect">
            <a:avLst>
              <a:gd name="adj" fmla="val 16000"/>
            </a:avLst>
          </a:prstGeom>
          <a:solidFill>
            <a:srgbClr val="1E222C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0">
                <a:solidFill>
                  <a:srgbClr val="E8EAF0"/>
                </a:solidFill>
                <a:latin typeface="Microsoft YaHei"/>
              </a:rPr>
              <a:t>RAG  — parse → chunk(512,64) → hybrid retrieval → cross-encoder rerank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43400"/>
            <a:ext cx="9966960" cy="713232"/>
          </a:xfrm>
          <a:prstGeom prst="roundRect">
            <a:avLst>
              <a:gd name="adj" fmla="val 16000"/>
            </a:avLst>
          </a:prstGeom>
          <a:solidFill>
            <a:srgbClr val="1E222C"/>
          </a:solidFill>
          <a:ln w="9525">
            <a:solidFill>
              <a:srgbClr val="F5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1">
                <a:solidFill>
                  <a:srgbClr val="F5434D"/>
                </a:solidFill>
                <a:latin typeface="Microsoft YaHei"/>
              </a:rPr>
              <a:t>Trust  — groundedness · citation verification · LLM-as-judge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212080"/>
            <a:ext cx="9966960" cy="713232"/>
          </a:xfrm>
          <a:prstGeom prst="roundRect">
            <a:avLst>
              <a:gd name="adj" fmla="val 16000"/>
            </a:avLst>
          </a:prstGeom>
          <a:solidFill>
            <a:srgbClr val="1E222C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0">
                <a:solidFill>
                  <a:srgbClr val="E8EAF0"/>
                </a:solidFill>
                <a:latin typeface="Microsoft YaHei"/>
              </a:rPr>
              <a:t>Inference  — Ollama (ROCm) · llama.cpp (HIP/GGUF) · vLLM (ROCm)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172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0B0"/>
                </a:solidFill>
                <a:latin typeface="Microsoft YaHei"/>
              </a:rPr>
              <a:t>Backend swap is config-only (config.yaml: model.backend = ollama | llama_cpp | vllm).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MULTI-AGENT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Decompose → Parallel Research → Fact-Check → Synthesize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600200" cy="777240"/>
          </a:xfrm>
          <a:prstGeom prst="roundRect">
            <a:avLst>
              <a:gd name="adj" fmla="val 16000"/>
            </a:avLst>
          </a:prstGeom>
          <a:solidFill>
            <a:srgbClr val="F5434D"/>
          </a:solidFill>
          <a:ln w="9525">
            <a:solidFill>
              <a:srgbClr val="F5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783080"/>
            <a:ext cx="1600200" cy="777240"/>
          </a:xfrm>
          <a:prstGeom prst="roundRect">
            <a:avLst>
              <a:gd name="adj" fmla="val 16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Decompose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1600200" cy="777240"/>
          </a:xfrm>
          <a:prstGeom prst="roundRect">
            <a:avLst>
              <a:gd name="adj" fmla="val 16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n Researchers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83080"/>
            <a:ext cx="1600200" cy="777240"/>
          </a:xfrm>
          <a:prstGeom prst="roundRect">
            <a:avLst>
              <a:gd name="adj" fmla="val 16000"/>
            </a:avLst>
          </a:prstGeom>
          <a:solidFill>
            <a:srgbClr val="1E222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Fact-Check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783080"/>
            <a:ext cx="1600200" cy="777240"/>
          </a:xfrm>
          <a:prstGeom prst="roundRect">
            <a:avLst>
              <a:gd name="adj" fmla="val 16000"/>
            </a:avLst>
          </a:prstGeom>
          <a:solidFill>
            <a:srgbClr val="4AC98A"/>
          </a:solidFill>
          <a:ln w="9525">
            <a:solidFill>
              <a:srgbClr val="4A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EAF0"/>
                </a:solidFill>
                <a:latin typeface="Microsoft YaHei"/>
              </a:rPr>
              <a:t>Verified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Decomposer splits the question into n independent sub-questions — no cross-dependencies, so they run in parallel (ThreadPoolExecutor).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n Researcher sub-agents each retrieve the KB and emit a sub-report with its own source set.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Fact-Checker applies two-stage verification per sub-report: deterministic groundedness + LLM-as-judge.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Synthesizer composes the final answer exclusively from verified content.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Final answer re-verified end-to-end (groundedness + citation precision) before display.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9496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71A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 wrap="square"/>
          <a:lstStyle/>
          <a:p>
            <a:pPr algn="ctr"/>
            <a:r>
              <a:rPr sz="1500" b="1">
                <a:solidFill>
                  <a:srgbClr val="F5434D"/>
                </a:solidFill>
                <a:latin typeface="Microsoft YaHei"/>
              </a:rPr>
              <a:t>Why parallelism wins on AMD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EAF0"/>
                </a:solidFill>
                <a:latin typeface="Microsoft YaHei"/>
              </a:rPr>
              <a:t>GPU inference queues: serializing n research steps multiplies wall-clock time — parallelizing saturates GPU utilization.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n agents share ONE embedding + ONE reranker (module-level singletons): parallelism costs a single VRAM copy. Native retrieval calls are lock-serialized (hnswlib/torch are not thread-safe).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HYBRID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Retrieval That Finds Evidence, Not Just Similar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Query rewriting — a light local LLM call produces up to 2 synonym / precision variants.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Vector search — ChromaDB (hnswlib, cosine) with bge-m3 embeddings: semantic recall.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BM25 keyword — CJK-aware tokenization (2-gram sliding window): exact recall for proper nouns / abbreviations.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Reciprocal Rank Fusion (RRF) merges both rankings rank-stably.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Cross-encoder rerank (bge-reranker-v2-m3) scores (query, doc) jointly — the highest-value precision upgrade in RAG.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Every stage degrades gracefully; pure vector search is the fallback floor.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5720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846320"/>
                <a:gridCol w="3474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434D"/>
                          </a:solidFill>
                          <a:latin typeface="Microsoft YaHei"/>
                        </a:rPr>
                        <a:t>Mechanism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434D"/>
                          </a:solidFill>
                          <a:latin typeface="Microsoft YaHei"/>
                        </a:rPr>
                        <a:t>What it catches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434D"/>
                          </a:solidFill>
                          <a:latin typeface="Microsoft YaHei"/>
                        </a:rPr>
                        <a:t>Weakness</a:t>
                      </a:r>
                    </a:p>
                  </a:txBody>
                  <a:tcPr marT="25400" marB="25400"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Vector (bge-m3, cosine)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Semantic paraphrase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Misses rare terms / acronyms</a:t>
                      </a:r>
                    </a:p>
                  </a:txBody>
                  <a:tcPr marT="25400" marB="25400"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BM25 keyword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Proper nouns, IDs, exact phrases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No semantics</a:t>
                      </a:r>
                    </a:p>
                  </a:txBody>
                  <a:tcPr marT="25400" marB="25400"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RRF fusion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Union of both, rank-stable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Cross-encoder rerank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Top-k precision on (Q,D)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Compute cost (small pool)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TRUST —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Auditable Answers: Groundedness + Citation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Groundedness — each answer sentence is checked against retrieved source text via character 3-gram overlap, labeled Supported / Partial / Unsupported with a 0–1 score.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Citation verification — every [来源:file] reference must actually exist in the knowledge base; fabricated sources are rejected.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LLM-as-judge (multi-agent mode) — a second pass reviews each factual claim against the sources.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Synthesizer only uses sub-reports that pass verification; unverified sections are disclosed, not hidden.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UI renders a per-sentence verification panel with a trust score — the judge sees exactly which sentence rests on which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171A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 wrap="square"/>
          <a:lstStyle/>
          <a:p>
            <a:pPr algn="ctr"/>
            <a:r>
              <a:rPr sz="1500" b="1">
                <a:solidFill>
                  <a:srgbClr val="9AA0B0"/>
                </a:solidFill>
                <a:latin typeface="Microsoft YaHei"/>
              </a:rPr>
              <a:t>Live panel (as rendered in the 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C98A"/>
                </a:solidFill>
                <a:latin typeface="Microsoft YaHei"/>
              </a:rPr>
              <a:t>✓ SUPPORTED 79%  — “Retrieval fuses vector + BM25 via Reciprocal Rank Fusion.”   [来源:技术白皮书.md]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B049"/>
                </a:solidFill>
                <a:latin typeface="Microsoft YaHei"/>
              </a:rPr>
              <a:t>△ PARTIAL 41%  — “This section relies on model common knowledge; evidence is limited.”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C98A"/>
                </a:solidFill>
                <a:latin typeface="Microsoft YaHei"/>
              </a:rPr>
              <a:t>✓ Citation check — “技术白皮书.md” exists in the knowledge base (6 docs · 15 chunks).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AMD / ROCM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Multi-Backend, Quantized, VRAM-Slim — Built for Radeon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Three interchangeable inference backends: llama.cpp (HIP, GGUF full-GPU offload) · Ollama (ROCm) · vLLM (ROCm, Radeon Cloud).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GGUF quantization: Q4_K_M (~4.6 GB VRAM, fastest) as the balanced default; Q8_0 (~8.2 GB) for precision.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VRAM sharing — embedding + reranker are module-level singletons: n parallel agents load one copy globally.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Lazy loading — retrieval/rerank models load on first use, keeping startup VRAM low.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Verification &amp; monitoring — rocminfo · rocm-smi · ollama ps (confirms 100% GPU) · benchmarks/bench_amd.py.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70916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743200"/>
                <a:gridCol w="3200400"/>
              </a:tblGrid>
              <a:tr h="5181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434D"/>
                          </a:solidFill>
                          <a:latin typeface="Microsoft YaHei"/>
                        </a:rPr>
                        <a:t>Quantization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434D"/>
                          </a:solidFill>
                          <a:latin typeface="Microsoft YaHei"/>
                        </a:rPr>
                        <a:t>VRAM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434D"/>
                          </a:solidFill>
                          <a:latin typeface="Microsoft YaHei"/>
                        </a:rPr>
                        <a:t>Speed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434D"/>
                          </a:solidFill>
                          <a:latin typeface="Microsoft YaHei"/>
                        </a:rPr>
                        <a:t>Recommended use</a:t>
                      </a:r>
                    </a:p>
                  </a:txBody>
                  <a:tcPr marT="25400" marB="254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8EAF0"/>
                          </a:solidFill>
                          <a:latin typeface="Microsoft YaHei"/>
                        </a:rPr>
                        <a:t>Q8_0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8EAF0"/>
                          </a:solidFill>
                          <a:latin typeface="Microsoft YaHei"/>
                        </a:rPr>
                        <a:t>~8.2 GB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8EAF0"/>
                          </a:solidFill>
                          <a:latin typeface="Microsoft YaHei"/>
                        </a:rPr>
                        <a:t>Fast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8EAF0"/>
                          </a:solidFill>
                          <a:latin typeface="Microsoft YaHei"/>
                        </a:rPr>
                        <a:t>Precision-critical</a:t>
                      </a:r>
                    </a:p>
                  </a:txBody>
                  <a:tcPr marT="25400" marB="254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C98A"/>
                          </a:solidFill>
                          <a:latin typeface="Microsoft YaHei"/>
                        </a:rPr>
                        <a:t>Q4_K_M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8EAF0"/>
                          </a:solidFill>
                          <a:latin typeface="Microsoft YaHei"/>
                        </a:rPr>
                        <a:t>~4.6 GB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8EAF0"/>
                          </a:solidFill>
                          <a:latin typeface="Microsoft YaHei"/>
                        </a:rPr>
                        <a:t>Fastest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8EAF0"/>
                          </a:solidFill>
                          <a:latin typeface="Microsoft YaHei"/>
                        </a:rPr>
                        <a:t>Balanced default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Measured Baseline, Documented Headroom on AMD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Baseline (dev machine, Ollama qwen3:8b, CPU): ≈ 1.8 token/s generation.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AMD target (RX 7900 / ROCm, GGUF Q4_K_M, full-layer offload): projected 5–10× throughput.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Automated, reproducible benchmark — python benchmarks/bench_amd.py (auto-detects GPU, reports tokens/s).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Per-phase metrics: retrieval latency (ms) · rerank latency (ms) · generation throughput (tokens/s) · multi-agent end-to-end wall clock.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Concurrency benefit — with GPU as the bottleneck, wall-clock scales with n parallel researchers.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48056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286000"/>
                <a:gridCol w="2377440"/>
                <a:gridCol w="228600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434D"/>
                          </a:solidFill>
                          <a:latin typeface="Microsoft YaHei"/>
                        </a:rPr>
                        <a:t>Workload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434D"/>
                          </a:solidFill>
                          <a:latin typeface="Microsoft YaHei"/>
                        </a:rPr>
                        <a:t>CPU baseline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434D"/>
                          </a:solidFill>
                          <a:latin typeface="Microsoft YaHei"/>
                        </a:rPr>
                        <a:t>AMD ROCm (measured)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434D"/>
                          </a:solidFill>
                          <a:latin typeface="Microsoft YaHei"/>
                        </a:rPr>
                        <a:t>Speedup</a:t>
                      </a:r>
                    </a:p>
                  </a:txBody>
                  <a:tcPr marT="25400" marB="25400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LLM generation (tokens/s)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≈ 1.8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B049"/>
                          </a:solidFill>
                          <a:latin typeface="Microsoft YaHei"/>
                        </a:rPr>
                        <a:t>to be filled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Embedding batch (ms)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B049"/>
                          </a:solidFill>
                          <a:latin typeface="Microsoft YaHei"/>
                        </a:rPr>
                        <a:t>to be filled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Hybrid retrieval + rerank (ms)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B049"/>
                          </a:solidFill>
                          <a:latin typeface="Microsoft YaHei"/>
                        </a:rPr>
                        <a:t>to be filled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Multi-agent end-to-end (s)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B049"/>
                          </a:solidFill>
                          <a:latin typeface="Microsoft YaHei"/>
                        </a:rPr>
                        <a:t>to be filled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AF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0B0"/>
                </a:solidFill>
                <a:latin typeface="Microsoft YaHei"/>
              </a:rPr>
              <a:t>Benchmarks: benchmarks/bench_amd.py · hardware: AMD RX 7900 XTX / ROCm 6.x / Q4_K_M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One Codebase, Three Deployment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71A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 wrap="square"/>
          <a:lstStyle/>
          <a:p>
            <a:pPr algn="ctr"/>
            <a:r>
              <a:rPr sz="1500" b="1">
                <a:solidFill>
                  <a:srgbClr val="E8EAF0"/>
                </a:solidFill>
                <a:latin typeface="Microsoft YaHei"/>
              </a:rP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EAF0"/>
                </a:solidFill>
                <a:latin typeface="Microsoft YaHei"/>
              </a:rPr>
              <a:t>pip install -r requirements.txt; ollama pull qwen3:8b + bge-m3; python main.py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71A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 wrap="square"/>
          <a:lstStyle/>
          <a:p>
            <a:pPr algn="ctr"/>
            <a:r>
              <a:rPr sz="1500" b="1">
                <a:solidFill>
                  <a:srgbClr val="E8EAF0"/>
                </a:solidFill>
                <a:latin typeface="Microsoft YaHei"/>
              </a:rPr>
              <a:t>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EAF0"/>
                </a:solidFill>
                <a:latin typeface="Microsoft YaHei"/>
              </a:rPr>
              <a:t>docker compose up -d --build; uncomment devices block for ROCm GPU passthrough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97679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71A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 wrap="square"/>
          <a:lstStyle/>
          <a:p>
            <a:pPr algn="ctr"/>
            <a:r>
              <a:rPr sz="1500" b="1">
                <a:solidFill>
                  <a:srgbClr val="F5434D"/>
                </a:solidFill>
                <a:latin typeface="Microsoft YaHei"/>
              </a:rPr>
              <a:t>RADEON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EAF0"/>
                </a:solidFill>
                <a:latin typeface="Microsoft YaHei"/>
              </a:rPr>
              <a:t>deploy_rc.sh — 6-step one-shot: GPU detect → vLLM(ROCm) → config rewrite → smoke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Backend swap is config-only (model.backend: ollama | llama_cpp | vllm) — no code changes between local and cloud.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vLLM tuning on RC: HIP_VISIBLE_DEVICES=0 · TRITON_ATTN backend · int8 KV-cache · --gpu-memory-utilization 0.90.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434D"/>
                </a:solidFill>
                <a:latin typeface="Microsoft YaHei"/>
              </a:rPr>
              <a:t>DEMO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8EAF0"/>
                </a:solidFill>
                <a:latin typeface="Microsoft YaHei"/>
              </a:rPr>
              <a:t>UI That Shows the Work, Not Just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82296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AA0B0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Streaming SSE chat with typewriter effect and a live activity timeline — every tool call and verification event appears in real time.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GPU monitoring panel — utilization, VRAM, temperature, power, clock from pyamdgpuinfo / rocm-smi (demo fallback when no AMD GPU).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Source deep-dive drawer — click any citation to open the original document with query terms highlighted.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Per-sentence verification panel — Supported / Partial / Unsupported tags + trust score.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AF0"/>
                </a:solidFill>
                <a:latin typeface="Microsoft YaHei"/>
              </a:rPr>
              <a:t>▪  Three-column dark UI, native HTML/CSS/JS + FastAPI — no heavy widget framework.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434D"/>
                </a:solidFill>
                <a:latin typeface="Microsoft YaHei"/>
              </a:rPr>
              <a:t>LOCAL · PARALLEL · VERIFIABLE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8EAF0"/>
                </a:solidFill>
                <a:latin typeface="Microsoft YaHei"/>
              </a:rPr>
              <a:t>Private RAG Done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Fully offline multi-agent RAG — decompose → parallel research → fact-check → synthesize, zero cloud dependency.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Two independent trust mechanisms make answers auditable sentence by sentence.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Purpose-built for AMD — multi-backend ROCm inference, quantization, shared-model VRAM, vLLM on Radeon Cloud.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AF0"/>
                </a:solidFill>
                <a:latin typeface="Microsoft YaHei"/>
              </a:rPr>
              <a:t>▪  Reproducible benchmarks and a one-shot Radeon Cloud deployment script included.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669280"/>
            <a:ext cx="2011680" cy="38100"/>
          </a:xfrm>
          <a:prstGeom prst="rect">
            <a:avLst/>
          </a:prstGeom>
          <a:solidFill>
            <a:srgbClr val="F54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0B0"/>
                </a:solidFill>
                <a:latin typeface="Microsoft YaHei"/>
              </a:rPr>
              <a:t>Track 2 · MENG Yuxuan · Private RAG Agent — video + deck +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