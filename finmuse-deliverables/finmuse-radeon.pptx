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FinMuse Radeon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Product Promotion and Introduction Service · Accelerated by AMD Radeon GPU / ROCm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" y="12344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Track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9808" y="1645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FinMuse Radeon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868680" y="2743200"/>
            <a:ext cx="5669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scenario-based copy, posters, landing pages and demo assets from one financial product brief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Serve banks, securities firms, insurers and wealth management institutions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compliance disclaimers, runtime metadata and reproducible commands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480060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1032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523036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slides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2194560" y="480060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491032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3-5m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2240280" y="523036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video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3611880" y="48006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910328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657600" y="523036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 path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315200" y="1508760"/>
            <a:ext cx="3383280" cy="2743200"/>
          </a:xfrm>
          <a:prstGeom prst="roundRect">
            <a:avLst>
              <a:gd name="adj" fmla="val 2667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171907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9792" y="183794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 + GPU AI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479792" y="2176272"/>
            <a:ext cx="3054096" cy="1956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promotion, scenario explanation, posters, landing pages, voiceover scripts and compliance metadata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Background: Financial Products Need Clearer Communication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promotion must be efficient, understandable, compliant and reviewable.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132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1655064"/>
            <a:ext cx="566928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products are complex and require life-scenario explanations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1996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4224" y="1655064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 are fragmented: mobile banking, branch screens, advisors, short videos and communities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132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3483864"/>
            <a:ext cx="566928" cy="0"/>
          </a:xfrm>
          <a:prstGeom prst="line">
            <a:avLst/>
          </a:prstGeom>
          <a:noFill/>
          <a:ln w="254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pressure is high: risk disclaimers, no guaranteed-return claims and traceable content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1996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3483864"/>
            <a:ext cx="566928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42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 turns one product brief into a reviewable multimodal asset package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Users and Daily-Life Scenarios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customers meet products across many everyday touchpoints.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8368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1563624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banking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banking: card benefits, wealth reminders and product explainers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480560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563624"/>
            <a:ext cx="566928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planning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45152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Family planning: insurance, education fund and retirement planning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02752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1563624"/>
            <a:ext cx="566928" cy="0"/>
          </a:xfrm>
          <a:prstGeom prst="line">
            <a:avLst/>
          </a:prstGeom>
          <a:noFill/>
          <a:ln w="254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 scenes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67344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 scenes: credit cards, installments, travel and merchant campaigns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58368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3438144"/>
            <a:ext cx="566928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education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education: fund introduction, risk awareness and portfolio review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4480560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3438144"/>
            <a:ext cx="56692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finance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SME finance: loan introduction, cash-flow support and onboarding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302752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67344" y="3438144"/>
            <a:ext cx="566928" cy="0"/>
          </a:xfrm>
          <a:prstGeom prst="line">
            <a:avLst/>
          </a:prstGeom>
          <a:noFill/>
          <a:ln w="25400">
            <a:solidFill>
              <a:srgbClr val="F8C1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67344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and advisors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67344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 and advisors: digital posters, talking points and QR landing pages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Value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system for financial content creation, review and reuse.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132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1655064"/>
            <a:ext cx="566928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efficiency: reduce repeated drafting across channels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1996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4224" y="1655064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enablement: translate complex products into customer-friendly explanations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132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3483864"/>
            <a:ext cx="566928" cy="0"/>
          </a:xfrm>
          <a:prstGeom prst="line">
            <a:avLst/>
          </a:prstGeom>
          <a:noFill/>
          <a:ln w="254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readiness: preserve disclaimers, prompts, seeds, hardware path and reports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1996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3483864"/>
            <a:ext cx="566928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42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potential: accelerate on Radeon GPUs while protecting sensitive data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User Operation Flow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chain from command line to final campaign assets.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68680" y="1508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51C2B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1691640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3017520" y="1508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51C2B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72384" y="1691640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Check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166360" y="1508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51C2B"/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1224" y="1691640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7315200" y="1508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51C2B"/>
          </a:solidFill>
          <a:ln w="12700">
            <a:solidFill>
              <a:srgbClr val="2CE5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0064" y="1691640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464040" y="1508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51C2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18904" y="1691640"/>
            <a:ext cx="1307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</a:t>
            </a:r>
            <a:endParaRPr lang="en-US" sz="840" dirty="0"/>
          </a:p>
        </p:txBody>
      </p:sp>
      <p:sp>
        <p:nvSpPr>
          <p:cNvPr id="33" name="Text 31"/>
          <p:cNvSpPr/>
          <p:nvPr/>
        </p:nvSpPr>
        <p:spPr>
          <a:xfrm>
            <a:off x="1005840" y="2743200"/>
            <a:ext cx="978408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a financial product brief JSON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AMD GPU / ROCm detection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three or more product promotion variants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HTML landing page, SVG posters, JSON results and Markdown report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Reproduce the same workflow in an AMD ROCm environment and record GPU status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983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command: python -m finmuse.cli generate --brief examples/wealth-card.json --variants 3 --out outputs/wealth-card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architecture customized for this financial promotion project.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58368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1563624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API / CLI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 API / CLI: receive financial product information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480560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45152" y="1563624"/>
            <a:ext cx="566928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Planner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45152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Planner: map target audiences to daily-life scenarios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8302752" y="135331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1563624"/>
            <a:ext cx="566928" cy="0"/>
          </a:xfrm>
          <a:prstGeom prst="line">
            <a:avLst/>
          </a:prstGeom>
          <a:noFill/>
          <a:ln w="254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16824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Generator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67344" y="202082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Generator: create headlines, captions, voiceover and visual prompts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58368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3438144"/>
            <a:ext cx="566928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Renderer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2960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Asset Renderer: export HTML, SVG and reports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4480560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45152" y="3438144"/>
            <a:ext cx="566928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45152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Rules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45152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 Rules: inject disclaimers and prohibited-claim constraints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8302752" y="3227832"/>
            <a:ext cx="3246120" cy="1353312"/>
          </a:xfrm>
          <a:prstGeom prst="roundRect">
            <a:avLst>
              <a:gd name="adj" fmla="val 5405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67344" y="3438144"/>
            <a:ext cx="566928" cy="0"/>
          </a:xfrm>
          <a:prstGeom prst="line">
            <a:avLst/>
          </a:prstGeom>
          <a:noFill/>
          <a:ln w="25400">
            <a:solidFill>
              <a:srgbClr val="F8C1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67344" y="355701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 Runtime Probe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467344" y="3895344"/>
            <a:ext cx="2916936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ROCm Runtime Probe: record AMD GPU / ROCm detection results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Algorithms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baseline today, with clear upgrade paths for stronger multimodal models.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8680" y="1508760"/>
            <a:ext cx="64922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Seeded generation: the same brief reproduces the same outputs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Scenario planning: product types are mapped to real-life financial situations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Template-guided copy and prompts: stable, clear and compliance-aware generation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Quality metrics: clarity, stability and diversity tags for each variant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Extension path: LLM planning, diffusion posters, TTS voiceover and video composition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64592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91272" y="185623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197510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91272" y="2313432"/>
            <a:ext cx="264261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prioritizes openability, reproducibility and reviewability. Real AMD GPU effects should be generated in a ROCm environment.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AMD Radeon GPU / ROCm Adaptation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records real hardware status and avoids fake GPU claims.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8680" y="1508760"/>
            <a:ext cx="64922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check-gpu detects rocm-smi, rocminfo, HIP_VISIBLE_DEVICES and PyTorch ROCm availability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current environment has no exposed AMD GPU, so outputs honestly record CPU fallback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 AMD Radeon / ROCm hardware, the same commands can record amd_rocm_gpu mode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Acceleration targets: LLM, diffusion, TTS, video frame composition and batch rendering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64592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91272" y="185623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197510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91272" y="2313432"/>
            <a:ext cx="264261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prioritizes openability, reproducibility and reviewability. Real AMD GPU effects should be generated in a ROCm environment.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Demonstration Plan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3-5 minute video shows the workflow from command line to final results.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8680" y="1508760"/>
            <a:ext cx="64922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the project and README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the GPU detection command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two financial product briefs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generated HTML, SVG, JSON and Markdown report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clarity, stability, diversity and the AMD ROCm reproduction path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64592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91272" y="185623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197510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91272" y="2313432"/>
            <a:ext cx="264261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prioritizes openability, reproducibility and reviewability. Real AMD GPU effects should be generated in a ROCm environment.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Clarity, Stability and Diversity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files provide reviewable evidence for output quality.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868680" y="15087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00D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16184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7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1938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posters</a:t>
            </a:r>
            <a:endParaRPr lang="en-US" sz="680" dirty="0"/>
          </a:p>
        </p:txBody>
      </p:sp>
      <p:sp>
        <p:nvSpPr>
          <p:cNvPr id="26" name="Shape 24"/>
          <p:cNvSpPr/>
          <p:nvPr/>
        </p:nvSpPr>
        <p:spPr>
          <a:xfrm>
            <a:off x="2331720" y="15087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ED1C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0" y="16184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1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377440" y="1938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briefs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3794760" y="15087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2CE5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16184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E59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3+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840480" y="1938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257800" y="150876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151C2B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161848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7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03520" y="1938528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metadata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868680" y="2743200"/>
            <a:ext cx="66751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Clarity: 1280×720 SVG posters and structured HTML pages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Stability: seeded generation and run summaries make outputs reproducible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Diversity: multiple scenarios, channels, tones and headlines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Evidence files: variants.json, run-summary.json, demo-report.md and poster SVGs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63840" y="182880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28432" y="203911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215798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Evidence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28432" y="2496312"/>
            <a:ext cx="259689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results are stored under outputs, including run-summary.json, variants.json, demo-report.md and SVG/HTML assets.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Value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reviewable, reusable and locally deployable content engine for financial institutions.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7132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7824" y="1655064"/>
            <a:ext cx="566928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778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term: mobile app campaign pages, branch posters and advisor scripts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6199632" y="14447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64224" y="1655064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64224" y="17739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21122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 term: connect to CRM segmentation and product knowledge base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7132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7824" y="3483864"/>
            <a:ext cx="566928" cy="0"/>
          </a:xfrm>
          <a:prstGeom prst="line">
            <a:avLst/>
          </a:prstGeom>
          <a:noFill/>
          <a:ln w="25400">
            <a:solidFill>
              <a:srgbClr val="2CE59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778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term: local Radeon GPU inference for privacy-sensitive financial content generation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199632" y="3273552"/>
            <a:ext cx="4800600" cy="1298448"/>
          </a:xfrm>
          <a:prstGeom prst="roundRect">
            <a:avLst>
              <a:gd name="adj" fmla="val 5634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4224" y="3483864"/>
            <a:ext cx="566928" cy="0"/>
          </a:xfrm>
          <a:prstGeom prst="line">
            <a:avLst/>
          </a:prstGeom>
          <a:noFill/>
          <a:ln w="25400">
            <a:solidFill>
              <a:srgbClr val="FF7A1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602736"/>
            <a:ext cx="44714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4224" y="3941064"/>
            <a:ext cx="4471416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Applicable to banking, securities, insurance, wealth management and consumer finance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2"/>
          </a:solidFill>
          <a:ln w="12700">
            <a:solidFill>
              <a:srgbClr val="07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6177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2124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0" cy="553212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91440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01168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0896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0624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5303520"/>
            <a:ext cx="11064240" cy="0"/>
          </a:xfrm>
          <a:prstGeom prst="line">
            <a:avLst/>
          </a:prstGeom>
          <a:noFill/>
          <a:ln w="5080">
            <a:solidFill>
              <a:srgbClr val="1119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37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AMD Radeon Hackathon 2026 · Track 1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149840" y="6537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FinMuse Radeon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 and Next Steps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1792" y="786384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Track 1 package: PPT, source code, README, demo video and generated outputs.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1106424"/>
            <a:ext cx="1920240" cy="0"/>
          </a:xfrm>
          <a:prstGeom prst="line">
            <a:avLst/>
          </a:prstGeom>
          <a:noFill/>
          <a:ln w="25400">
            <a:solidFill>
              <a:srgbClr val="ED1C2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356848" y="65379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9AA6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8680" y="1508760"/>
            <a:ext cx="6492240" cy="2651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Python CLI source code has been added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README includes setup, commands and AMD ROCm reproduction steps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Financial sample outputs and reports have been generated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Next step: run on real AMD Radeon GPU / ROCm hardware and replace CPU fallback logs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26680" y="1645920"/>
            <a:ext cx="2971800" cy="2331720"/>
          </a:xfrm>
          <a:prstGeom prst="roundRect">
            <a:avLst>
              <a:gd name="adj" fmla="val 3137"/>
            </a:avLst>
          </a:prstGeom>
          <a:solidFill>
            <a:srgbClr val="111827"/>
          </a:solidFill>
          <a:ln w="12700">
            <a:solidFill>
              <a:srgbClr val="2A334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91272" y="1856232"/>
            <a:ext cx="566928" cy="0"/>
          </a:xfrm>
          <a:prstGeom prst="line">
            <a:avLst/>
          </a:prstGeom>
          <a:noFill/>
          <a:ln w="25400">
            <a:solidFill>
              <a:srgbClr val="00D7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91272" y="197510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91272" y="2313432"/>
            <a:ext cx="2642616" cy="1545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D7DE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version prioritizes openability, reproducibility and reviewability. Real AMD GPU effects should be generated in a ROCm environment.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AMD Radeon Hackathon Track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FinMuse Radeon Track 1 Pitch English</dc:title>
  <dc:subject>Financial customer product promotion and introduction service</dc:subject>
  <dc:creator>FinMuse Radeon Team</dc:creator>
  <cp:lastModifiedBy>FinMuse Radeon Team</cp:lastModifiedBy>
  <cp:revision>1</cp:revision>
  <dcterms:created xsi:type="dcterms:W3CDTF">2026-08-06T11:32:10Z</dcterms:created>
  <dcterms:modified xsi:type="dcterms:W3CDTF">2026-08-06T11:32:10Z</dcterms:modified>
</cp:coreProperties>
</file>